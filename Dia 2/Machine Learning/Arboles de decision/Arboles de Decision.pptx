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93" r:id="rId4"/>
    <p:sldId id="318" r:id="rId5"/>
    <p:sldId id="308" r:id="rId6"/>
    <p:sldId id="320" r:id="rId7"/>
    <p:sldId id="322" r:id="rId8"/>
    <p:sldId id="323" r:id="rId9"/>
    <p:sldId id="267" r:id="rId10"/>
    <p:sldId id="270" r:id="rId11"/>
    <p:sldId id="271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3706A-D266-F0A3-C21F-E65AB5F75CC3}" v="195" dt="2023-01-10T18:51:24.089"/>
    <p1510:client id="{D4616B72-4BA3-D9AB-45A0-8F145CE74336}" v="850" dt="2022-12-26T22:59:55.421"/>
    <p1510:client id="{BEBE5180-9397-2551-FAA7-069E1C20FAF1}" v="333" dt="2023-01-09T17:35:50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99" d="100"/>
          <a:sy n="99" d="100"/>
        </p:scale>
        <p:origin x="45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FEF8860-626B-48FE-A644-90E9F7E0B331}">
      <dgm:prSet/>
      <dgm:spPr/>
      <dgm:t>
        <a:bodyPr/>
        <a:lstStyle/>
        <a:p>
          <a:r>
            <a:rPr lang="es-MX" dirty="0"/>
            <a:t>Los árboles de decisión son modelos predictivos utilizados en machine </a:t>
          </a:r>
          <a:r>
            <a:rPr lang="es-MX" dirty="0" err="1"/>
            <a:t>learning</a:t>
          </a:r>
          <a:r>
            <a:rPr lang="es-MX" dirty="0"/>
            <a:t> que representan decisiones y sus posibles consecuencias en forma gráfica.</a:t>
          </a:r>
          <a:endParaRPr lang="en-US" dirty="0"/>
        </a:p>
      </dgm:t>
    </dgm:pt>
    <dgm:pt modelId="{C72AEB79-1844-410E-8F45-4E7E9A8B8667}" type="parTrans" cxnId="{1609EAF6-F25A-43FA-A642-FBF1787B7FA4}">
      <dgm:prSet/>
      <dgm:spPr/>
      <dgm:t>
        <a:bodyPr/>
        <a:lstStyle/>
        <a:p>
          <a:endParaRPr lang="en-US"/>
        </a:p>
      </dgm:t>
    </dgm:pt>
    <dgm:pt modelId="{D7A92AE3-D64D-437C-AF62-C2274F0EB000}" type="sibTrans" cxnId="{1609EAF6-F25A-43FA-A642-FBF1787B7FA4}">
      <dgm:prSet/>
      <dgm:spPr/>
      <dgm:t>
        <a:bodyPr/>
        <a:lstStyle/>
        <a:p>
          <a:endParaRPr lang="en-US"/>
        </a:p>
      </dgm:t>
    </dgm:pt>
    <dgm:pt modelId="{CC28B702-21C9-4D4B-A7D5-75E9D56285D8}">
      <dgm:prSet/>
      <dgm:spPr/>
      <dgm:t>
        <a:bodyPr/>
        <a:lstStyle/>
        <a:p>
          <a:r>
            <a:rPr lang="es-MX" dirty="0">
              <a:latin typeface="Calibri Light" panose="020F0302020204030204"/>
            </a:rPr>
            <a:t>Cada nodo interno del árbol representa una prueba sobre un atributo, cada rama representa el resultado de la prueba, y cada nodo hoja representa una etiqueta o valor de predicción. Son especialmente útiles en problemas de clasificación y regresión.</a:t>
          </a:r>
          <a:endParaRPr lang="en-US" dirty="0"/>
        </a:p>
      </dgm:t>
    </dgm:pt>
    <dgm:pt modelId="{D1CD23BF-D4FF-499A-AF09-AD99771C09D0}" type="parTrans" cxnId="{6B344556-83BC-4318-82DE-D4F57F1FD06B}">
      <dgm:prSet/>
      <dgm:spPr/>
      <dgm:t>
        <a:bodyPr/>
        <a:lstStyle/>
        <a:p>
          <a:endParaRPr lang="en-US"/>
        </a:p>
      </dgm:t>
    </dgm:pt>
    <dgm:pt modelId="{0C44D951-3500-453A-BC29-D96515811418}" type="sibTrans" cxnId="{6B344556-83BC-4318-82DE-D4F57F1FD06B}">
      <dgm:prSet/>
      <dgm:spPr/>
      <dgm:t>
        <a:bodyPr/>
        <a:lstStyle/>
        <a:p>
          <a:endParaRPr lang="en-US"/>
        </a:p>
      </dgm:t>
    </dgm:pt>
    <dgm:pt modelId="{6908C376-933C-476E-B756-02BFB9019C94}" type="pres">
      <dgm:prSet presAssocID="{E53C2117-ECE8-4A14-99EA-1AF3C123DA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907631-7CC9-4E56-96C8-3785C090A1BF}" type="pres">
      <dgm:prSet presAssocID="{EFEF8860-626B-48FE-A644-90E9F7E0B331}" presName="hierRoot1" presStyleCnt="0"/>
      <dgm:spPr/>
    </dgm:pt>
    <dgm:pt modelId="{83189AD5-7742-43A5-BAFE-85FE52D40BF8}" type="pres">
      <dgm:prSet presAssocID="{EFEF8860-626B-48FE-A644-90E9F7E0B331}" presName="composite" presStyleCnt="0"/>
      <dgm:spPr/>
    </dgm:pt>
    <dgm:pt modelId="{4609AA85-5CA4-42BC-93A8-EE9793525B15}" type="pres">
      <dgm:prSet presAssocID="{EFEF8860-626B-48FE-A644-90E9F7E0B331}" presName="background" presStyleLbl="node0" presStyleIdx="0" presStyleCnt="2"/>
      <dgm:spPr/>
    </dgm:pt>
    <dgm:pt modelId="{0875942A-41BF-46AE-9B10-C42711B52E58}" type="pres">
      <dgm:prSet presAssocID="{EFEF8860-626B-48FE-A644-90E9F7E0B331}" presName="text" presStyleLbl="fgAcc0" presStyleIdx="0" presStyleCnt="2">
        <dgm:presLayoutVars>
          <dgm:chPref val="3"/>
        </dgm:presLayoutVars>
      </dgm:prSet>
      <dgm:spPr/>
    </dgm:pt>
    <dgm:pt modelId="{DAF5F22E-19F5-46F0-B054-2F661248E905}" type="pres">
      <dgm:prSet presAssocID="{EFEF8860-626B-48FE-A644-90E9F7E0B331}" presName="hierChild2" presStyleCnt="0"/>
      <dgm:spPr/>
    </dgm:pt>
    <dgm:pt modelId="{A33009A3-3788-45BB-9966-7DC234E345D0}" type="pres">
      <dgm:prSet presAssocID="{CC28B702-21C9-4D4B-A7D5-75E9D56285D8}" presName="hierRoot1" presStyleCnt="0"/>
      <dgm:spPr/>
    </dgm:pt>
    <dgm:pt modelId="{BBC06AD2-8575-42E6-ACA5-F87BB9ECD3AF}" type="pres">
      <dgm:prSet presAssocID="{CC28B702-21C9-4D4B-A7D5-75E9D56285D8}" presName="composite" presStyleCnt="0"/>
      <dgm:spPr/>
    </dgm:pt>
    <dgm:pt modelId="{4FFF1E97-13F5-4B36-A2F4-44EAFB02F7B4}" type="pres">
      <dgm:prSet presAssocID="{CC28B702-21C9-4D4B-A7D5-75E9D56285D8}" presName="background" presStyleLbl="node0" presStyleIdx="1" presStyleCnt="2"/>
      <dgm:spPr/>
    </dgm:pt>
    <dgm:pt modelId="{40AAA9C3-B3BF-4453-A7FA-C58DCC221BAA}" type="pres">
      <dgm:prSet presAssocID="{CC28B702-21C9-4D4B-A7D5-75E9D56285D8}" presName="text" presStyleLbl="fgAcc0" presStyleIdx="1" presStyleCnt="2">
        <dgm:presLayoutVars>
          <dgm:chPref val="3"/>
        </dgm:presLayoutVars>
      </dgm:prSet>
      <dgm:spPr/>
    </dgm:pt>
    <dgm:pt modelId="{059E73B3-0871-4352-AF13-223D0CE41C2A}" type="pres">
      <dgm:prSet presAssocID="{CC28B702-21C9-4D4B-A7D5-75E9D56285D8}" presName="hierChild2" presStyleCnt="0"/>
      <dgm:spPr/>
    </dgm:pt>
  </dgm:ptLst>
  <dgm:cxnLst>
    <dgm:cxn modelId="{5B31B50B-D9FD-4931-97FC-18E5812810AB}" type="presOf" srcId="{E53C2117-ECE8-4A14-99EA-1AF3C123DAE6}" destId="{6908C376-933C-476E-B756-02BFB9019C94}" srcOrd="0" destOrd="0" presId="urn:microsoft.com/office/officeart/2005/8/layout/hierarchy1"/>
    <dgm:cxn modelId="{E0051C23-8C93-4F3F-9EBD-FDE173AE5CF1}" type="presOf" srcId="{CC28B702-21C9-4D4B-A7D5-75E9D56285D8}" destId="{40AAA9C3-B3BF-4453-A7FA-C58DCC221BAA}" srcOrd="0" destOrd="0" presId="urn:microsoft.com/office/officeart/2005/8/layout/hierarchy1"/>
    <dgm:cxn modelId="{AD0CAF36-4239-4AB5-A6AB-ABD25751D891}" type="presOf" srcId="{EFEF8860-626B-48FE-A644-90E9F7E0B331}" destId="{0875942A-41BF-46AE-9B10-C42711B52E58}" srcOrd="0" destOrd="0" presId="urn:microsoft.com/office/officeart/2005/8/layout/hierarchy1"/>
    <dgm:cxn modelId="{6B344556-83BC-4318-82DE-D4F57F1FD06B}" srcId="{E53C2117-ECE8-4A14-99EA-1AF3C123DAE6}" destId="{CC28B702-21C9-4D4B-A7D5-75E9D56285D8}" srcOrd="1" destOrd="0" parTransId="{D1CD23BF-D4FF-499A-AF09-AD99771C09D0}" sibTransId="{0C44D951-3500-453A-BC29-D96515811418}"/>
    <dgm:cxn modelId="{1609EAF6-F25A-43FA-A642-FBF1787B7FA4}" srcId="{E53C2117-ECE8-4A14-99EA-1AF3C123DAE6}" destId="{EFEF8860-626B-48FE-A644-90E9F7E0B331}" srcOrd="0" destOrd="0" parTransId="{C72AEB79-1844-410E-8F45-4E7E9A8B8667}" sibTransId="{D7A92AE3-D64D-437C-AF62-C2274F0EB000}"/>
    <dgm:cxn modelId="{FDAA8A97-14EA-481A-95F1-EE7115D836FF}" type="presParOf" srcId="{6908C376-933C-476E-B756-02BFB9019C94}" destId="{24907631-7CC9-4E56-96C8-3785C090A1BF}" srcOrd="0" destOrd="0" presId="urn:microsoft.com/office/officeart/2005/8/layout/hierarchy1"/>
    <dgm:cxn modelId="{2E70531D-A46C-47AE-B001-8B296D588717}" type="presParOf" srcId="{24907631-7CC9-4E56-96C8-3785C090A1BF}" destId="{83189AD5-7742-43A5-BAFE-85FE52D40BF8}" srcOrd="0" destOrd="0" presId="urn:microsoft.com/office/officeart/2005/8/layout/hierarchy1"/>
    <dgm:cxn modelId="{AC8D5150-2901-4980-8FEE-7E055E343F3F}" type="presParOf" srcId="{83189AD5-7742-43A5-BAFE-85FE52D40BF8}" destId="{4609AA85-5CA4-42BC-93A8-EE9793525B15}" srcOrd="0" destOrd="0" presId="urn:microsoft.com/office/officeart/2005/8/layout/hierarchy1"/>
    <dgm:cxn modelId="{BA7E5F50-5472-454A-865D-D767EFA85187}" type="presParOf" srcId="{83189AD5-7742-43A5-BAFE-85FE52D40BF8}" destId="{0875942A-41BF-46AE-9B10-C42711B52E58}" srcOrd="1" destOrd="0" presId="urn:microsoft.com/office/officeart/2005/8/layout/hierarchy1"/>
    <dgm:cxn modelId="{C4CEE436-9BC8-4C0E-BCB8-9BEBAC4D6A18}" type="presParOf" srcId="{24907631-7CC9-4E56-96C8-3785C090A1BF}" destId="{DAF5F22E-19F5-46F0-B054-2F661248E905}" srcOrd="1" destOrd="0" presId="urn:microsoft.com/office/officeart/2005/8/layout/hierarchy1"/>
    <dgm:cxn modelId="{AD2663F1-9BA3-4FDE-B4AA-09DA8255D0B4}" type="presParOf" srcId="{6908C376-933C-476E-B756-02BFB9019C94}" destId="{A33009A3-3788-45BB-9966-7DC234E345D0}" srcOrd="1" destOrd="0" presId="urn:microsoft.com/office/officeart/2005/8/layout/hierarchy1"/>
    <dgm:cxn modelId="{817AD2CC-21E9-4A89-BAAE-F5A0AE535ECE}" type="presParOf" srcId="{A33009A3-3788-45BB-9966-7DC234E345D0}" destId="{BBC06AD2-8575-42E6-ACA5-F87BB9ECD3AF}" srcOrd="0" destOrd="0" presId="urn:microsoft.com/office/officeart/2005/8/layout/hierarchy1"/>
    <dgm:cxn modelId="{01994ED9-364E-41DC-8322-0BE47EF8323A}" type="presParOf" srcId="{BBC06AD2-8575-42E6-ACA5-F87BB9ECD3AF}" destId="{4FFF1E97-13F5-4B36-A2F4-44EAFB02F7B4}" srcOrd="0" destOrd="0" presId="urn:microsoft.com/office/officeart/2005/8/layout/hierarchy1"/>
    <dgm:cxn modelId="{B845B14C-4FFC-4016-B5B4-18249FF4A13B}" type="presParOf" srcId="{BBC06AD2-8575-42E6-ACA5-F87BB9ECD3AF}" destId="{40AAA9C3-B3BF-4453-A7FA-C58DCC221BAA}" srcOrd="1" destOrd="0" presId="urn:microsoft.com/office/officeart/2005/8/layout/hierarchy1"/>
    <dgm:cxn modelId="{73A81BE3-3001-4205-A67A-EC05C83B4960}" type="presParOf" srcId="{A33009A3-3788-45BB-9966-7DC234E345D0}" destId="{059E73B3-0871-4352-AF13-223D0CE41C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7B4951-43F7-41A4-B19B-0F8D8E55075F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F6F2810-A75F-4DBF-B8B8-175C54A0819A}">
      <dgm:prSet/>
      <dgm:spPr/>
      <dgm:t>
        <a:bodyPr/>
        <a:lstStyle/>
        <a:p>
          <a:r>
            <a:rPr lang="es-MX"/>
            <a:t>Utilizamos mentalmente estructuras de árbol de decisión constantemente en nuestra vida diaria sin darnos cuenta:</a:t>
          </a:r>
          <a:endParaRPr lang="en-US"/>
        </a:p>
      </dgm:t>
    </dgm:pt>
    <dgm:pt modelId="{8546EB5A-B1BE-4FD2-A59A-E093C0BAC2BA}" type="parTrans" cxnId="{3F8F0AB0-5B73-45D0-A6FB-EB29897EC197}">
      <dgm:prSet/>
      <dgm:spPr/>
      <dgm:t>
        <a:bodyPr/>
        <a:lstStyle/>
        <a:p>
          <a:endParaRPr lang="en-US"/>
        </a:p>
      </dgm:t>
    </dgm:pt>
    <dgm:pt modelId="{95FD81AA-FADB-4C7D-93D0-13F923025F52}" type="sibTrans" cxnId="{3F8F0AB0-5B73-45D0-A6FB-EB29897EC197}">
      <dgm:prSet/>
      <dgm:spPr/>
      <dgm:t>
        <a:bodyPr/>
        <a:lstStyle/>
        <a:p>
          <a:endParaRPr lang="en-US"/>
        </a:p>
      </dgm:t>
    </dgm:pt>
    <dgm:pt modelId="{B34126C3-C8FC-4A31-9ECB-10961FDCF5BD}">
      <dgm:prSet/>
      <dgm:spPr/>
      <dgm:t>
        <a:bodyPr/>
        <a:lstStyle/>
        <a:p>
          <a:r>
            <a:rPr lang="es-MX"/>
            <a:t>¿Llueve? =&gt; lleva paraguas. ¿Soleado? =&gt; lleva gafas de sol. ¿estoy cansado? =&gt; toma café. (decisiones del tipo </a:t>
          </a:r>
          <a:r>
            <a:rPr lang="es-MX" b="1"/>
            <a:t>IF THIS THEN THAT</a:t>
          </a:r>
          <a:r>
            <a:rPr lang="es-MX"/>
            <a:t>)</a:t>
          </a:r>
          <a:endParaRPr lang="en-US"/>
        </a:p>
      </dgm:t>
    </dgm:pt>
    <dgm:pt modelId="{B374A82B-90B8-4397-A4A6-53881422BAA8}" type="parTrans" cxnId="{4EAB606F-CE7E-480D-8682-785AB75A862A}">
      <dgm:prSet/>
      <dgm:spPr/>
      <dgm:t>
        <a:bodyPr/>
        <a:lstStyle/>
        <a:p>
          <a:endParaRPr lang="en-US"/>
        </a:p>
      </dgm:t>
    </dgm:pt>
    <dgm:pt modelId="{0E41A2ED-0ABE-4482-95CF-B83281F3365A}" type="sibTrans" cxnId="{4EAB606F-CE7E-480D-8682-785AB75A862A}">
      <dgm:prSet/>
      <dgm:spPr/>
      <dgm:t>
        <a:bodyPr/>
        <a:lstStyle/>
        <a:p>
          <a:endParaRPr lang="en-US"/>
        </a:p>
      </dgm:t>
    </dgm:pt>
    <dgm:pt modelId="{DE9B0660-A87A-4CFA-AFA4-8C6477F3A3AA}">
      <dgm:prSet/>
      <dgm:spPr/>
      <dgm:t>
        <a:bodyPr/>
        <a:lstStyle/>
        <a:p>
          <a:r>
            <a:rPr lang="es-MX"/>
            <a:t>Otro ejemplo son los populares juegos de adivinanza:</a:t>
          </a:r>
          <a:endParaRPr lang="en-US"/>
        </a:p>
      </dgm:t>
    </dgm:pt>
    <dgm:pt modelId="{F7FA35CE-1298-4897-AC15-AE33888A1B34}" type="parTrans" cxnId="{164E460D-24FD-4CAE-824F-09BA5484AAB8}">
      <dgm:prSet/>
      <dgm:spPr/>
      <dgm:t>
        <a:bodyPr/>
        <a:lstStyle/>
        <a:p>
          <a:endParaRPr lang="en-US"/>
        </a:p>
      </dgm:t>
    </dgm:pt>
    <dgm:pt modelId="{3F1DD2E2-5BE7-4945-AEAF-F4CE3E0405E8}" type="sibTrans" cxnId="{164E460D-24FD-4CAE-824F-09BA5484AAB8}">
      <dgm:prSet/>
      <dgm:spPr/>
      <dgm:t>
        <a:bodyPr/>
        <a:lstStyle/>
        <a:p>
          <a:endParaRPr lang="en-US"/>
        </a:p>
      </dgm:t>
    </dgm:pt>
    <dgm:pt modelId="{6A940985-15D5-4D5C-8633-9439EF74C5E2}">
      <dgm:prSet/>
      <dgm:spPr/>
      <dgm:t>
        <a:bodyPr/>
        <a:lstStyle/>
        <a:p>
          <a:r>
            <a:rPr lang="es-MX"/>
            <a:t>¿Animal ó vegetal? -Animal</a:t>
          </a:r>
          <a:endParaRPr lang="en-US"/>
        </a:p>
      </dgm:t>
    </dgm:pt>
    <dgm:pt modelId="{3A0E21CA-5397-4DA9-B2A5-B123F2BAD2AD}" type="parTrans" cxnId="{D07B5AF7-AC78-48D7-A5BA-BF83AC3B2520}">
      <dgm:prSet/>
      <dgm:spPr/>
      <dgm:t>
        <a:bodyPr/>
        <a:lstStyle/>
        <a:p>
          <a:endParaRPr lang="en-US"/>
        </a:p>
      </dgm:t>
    </dgm:pt>
    <dgm:pt modelId="{DCAD7CB5-863E-407C-B689-DEB36A058249}" type="sibTrans" cxnId="{D07B5AF7-AC78-48D7-A5BA-BF83AC3B2520}">
      <dgm:prSet/>
      <dgm:spPr/>
      <dgm:t>
        <a:bodyPr/>
        <a:lstStyle/>
        <a:p>
          <a:endParaRPr lang="en-US"/>
        </a:p>
      </dgm:t>
    </dgm:pt>
    <dgm:pt modelId="{160F7DFB-AD69-434E-8E4D-44A4A19A8A7E}">
      <dgm:prSet/>
      <dgm:spPr/>
      <dgm:t>
        <a:bodyPr/>
        <a:lstStyle/>
        <a:p>
          <a:r>
            <a:rPr lang="es-MX"/>
            <a:t>¿Tiene cuatro patas? -Si</a:t>
          </a:r>
          <a:endParaRPr lang="en-US"/>
        </a:p>
      </dgm:t>
    </dgm:pt>
    <dgm:pt modelId="{F12364A3-D467-4393-9B17-0731BBE3CE9F}" type="parTrans" cxnId="{FA6FE964-4FB1-4BC1-B641-DFC54DA794F9}">
      <dgm:prSet/>
      <dgm:spPr/>
      <dgm:t>
        <a:bodyPr/>
        <a:lstStyle/>
        <a:p>
          <a:endParaRPr lang="en-US"/>
        </a:p>
      </dgm:t>
    </dgm:pt>
    <dgm:pt modelId="{C8819D60-D508-454A-A45E-4CCAFE1BC6D8}" type="sibTrans" cxnId="{FA6FE964-4FB1-4BC1-B641-DFC54DA794F9}">
      <dgm:prSet/>
      <dgm:spPr/>
      <dgm:t>
        <a:bodyPr/>
        <a:lstStyle/>
        <a:p>
          <a:endParaRPr lang="en-US"/>
        </a:p>
      </dgm:t>
    </dgm:pt>
    <dgm:pt modelId="{35C1E4DF-9672-4B3F-8C05-FD0B3506DBA2}">
      <dgm:prSet/>
      <dgm:spPr/>
      <dgm:t>
        <a:bodyPr/>
        <a:lstStyle/>
        <a:p>
          <a:r>
            <a:rPr lang="es-MX"/>
            <a:t>¿Hace guau? -Si</a:t>
          </a:r>
          <a:endParaRPr lang="en-US"/>
        </a:p>
      </dgm:t>
    </dgm:pt>
    <dgm:pt modelId="{0B30120F-0188-4C17-8420-EA32F21769F9}" type="parTrans" cxnId="{3682AE56-71C8-41DF-B89C-B2D8B63FC7E9}">
      <dgm:prSet/>
      <dgm:spPr/>
      <dgm:t>
        <a:bodyPr/>
        <a:lstStyle/>
        <a:p>
          <a:endParaRPr lang="en-US"/>
        </a:p>
      </dgm:t>
    </dgm:pt>
    <dgm:pt modelId="{1431C81C-627C-475E-B1A4-04DE3D5752A6}" type="sibTrans" cxnId="{3682AE56-71C8-41DF-B89C-B2D8B63FC7E9}">
      <dgm:prSet/>
      <dgm:spPr/>
      <dgm:t>
        <a:bodyPr/>
        <a:lstStyle/>
        <a:p>
          <a:endParaRPr lang="en-US"/>
        </a:p>
      </dgm:t>
    </dgm:pt>
    <dgm:pt modelId="{0FF4EEA8-0303-4D81-82D9-B94181C7998A}">
      <dgm:prSet/>
      <dgm:spPr/>
      <dgm:t>
        <a:bodyPr/>
        <a:lstStyle/>
        <a:p>
          <a:r>
            <a:rPr lang="es-MX"/>
            <a:t>-&gt; Es un perro!</a:t>
          </a:r>
          <a:endParaRPr lang="en-US"/>
        </a:p>
      </dgm:t>
    </dgm:pt>
    <dgm:pt modelId="{83ECB52C-9811-49C2-9DD4-416F0910F57C}" type="parTrans" cxnId="{26A94E48-B5BC-4BC9-9C29-0073AD33FFA0}">
      <dgm:prSet/>
      <dgm:spPr/>
      <dgm:t>
        <a:bodyPr/>
        <a:lstStyle/>
        <a:p>
          <a:endParaRPr lang="en-US"/>
        </a:p>
      </dgm:t>
    </dgm:pt>
    <dgm:pt modelId="{C4686C6C-DBC4-4BFD-A6B8-1736C79B6651}" type="sibTrans" cxnId="{26A94E48-B5BC-4BC9-9C29-0073AD33FFA0}">
      <dgm:prSet/>
      <dgm:spPr/>
      <dgm:t>
        <a:bodyPr/>
        <a:lstStyle/>
        <a:p>
          <a:endParaRPr lang="en-US"/>
        </a:p>
      </dgm:t>
    </dgm:pt>
    <dgm:pt modelId="{E86BF76D-74B2-4531-9EA9-740B4A53F4BA}" type="pres">
      <dgm:prSet presAssocID="{7F7B4951-43F7-41A4-B19B-0F8D8E55075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9A4BE79-87B7-4E93-8454-C1998F1A5E99}" type="pres">
      <dgm:prSet presAssocID="{FF6F2810-A75F-4DBF-B8B8-175C54A0819A}" presName="hierRoot1" presStyleCnt="0"/>
      <dgm:spPr/>
    </dgm:pt>
    <dgm:pt modelId="{45ECE73B-E307-49F1-958C-321ACFD72B3A}" type="pres">
      <dgm:prSet presAssocID="{FF6F2810-A75F-4DBF-B8B8-175C54A0819A}" presName="composite" presStyleCnt="0"/>
      <dgm:spPr/>
    </dgm:pt>
    <dgm:pt modelId="{D2D69DE0-3496-4BB6-AB3A-4CD7743096EE}" type="pres">
      <dgm:prSet presAssocID="{FF6F2810-A75F-4DBF-B8B8-175C54A0819A}" presName="background" presStyleLbl="node0" presStyleIdx="0" presStyleCnt="3"/>
      <dgm:spPr/>
    </dgm:pt>
    <dgm:pt modelId="{EF452040-7C3D-4878-BB1C-1F755F43CB99}" type="pres">
      <dgm:prSet presAssocID="{FF6F2810-A75F-4DBF-B8B8-175C54A0819A}" presName="text" presStyleLbl="fgAcc0" presStyleIdx="0" presStyleCnt="3">
        <dgm:presLayoutVars>
          <dgm:chPref val="3"/>
        </dgm:presLayoutVars>
      </dgm:prSet>
      <dgm:spPr/>
    </dgm:pt>
    <dgm:pt modelId="{6819961A-CE23-4DCF-A0CB-5AC652A9C55F}" type="pres">
      <dgm:prSet presAssocID="{FF6F2810-A75F-4DBF-B8B8-175C54A0819A}" presName="hierChild2" presStyleCnt="0"/>
      <dgm:spPr/>
    </dgm:pt>
    <dgm:pt modelId="{FDBB6983-82FD-4439-9959-0E09A00DF134}" type="pres">
      <dgm:prSet presAssocID="{B34126C3-C8FC-4A31-9ECB-10961FDCF5BD}" presName="hierRoot1" presStyleCnt="0"/>
      <dgm:spPr/>
    </dgm:pt>
    <dgm:pt modelId="{B8A27819-112F-4590-B5AF-039725C72147}" type="pres">
      <dgm:prSet presAssocID="{B34126C3-C8FC-4A31-9ECB-10961FDCF5BD}" presName="composite" presStyleCnt="0"/>
      <dgm:spPr/>
    </dgm:pt>
    <dgm:pt modelId="{513EFD6A-C5C0-46E0-BA41-9DF13524204C}" type="pres">
      <dgm:prSet presAssocID="{B34126C3-C8FC-4A31-9ECB-10961FDCF5BD}" presName="background" presStyleLbl="node0" presStyleIdx="1" presStyleCnt="3"/>
      <dgm:spPr/>
    </dgm:pt>
    <dgm:pt modelId="{B22CCD68-B1E4-4780-9F09-C326084427D4}" type="pres">
      <dgm:prSet presAssocID="{B34126C3-C8FC-4A31-9ECB-10961FDCF5BD}" presName="text" presStyleLbl="fgAcc0" presStyleIdx="1" presStyleCnt="3">
        <dgm:presLayoutVars>
          <dgm:chPref val="3"/>
        </dgm:presLayoutVars>
      </dgm:prSet>
      <dgm:spPr/>
    </dgm:pt>
    <dgm:pt modelId="{77D70423-926A-494F-89CC-64B5B601581E}" type="pres">
      <dgm:prSet presAssocID="{B34126C3-C8FC-4A31-9ECB-10961FDCF5BD}" presName="hierChild2" presStyleCnt="0"/>
      <dgm:spPr/>
    </dgm:pt>
    <dgm:pt modelId="{868E71BB-1B4C-4233-B19D-BE16ED5753E7}" type="pres">
      <dgm:prSet presAssocID="{DE9B0660-A87A-4CFA-AFA4-8C6477F3A3AA}" presName="hierRoot1" presStyleCnt="0"/>
      <dgm:spPr/>
    </dgm:pt>
    <dgm:pt modelId="{A3E64754-FD24-42DD-946B-67D9F702CD57}" type="pres">
      <dgm:prSet presAssocID="{DE9B0660-A87A-4CFA-AFA4-8C6477F3A3AA}" presName="composite" presStyleCnt="0"/>
      <dgm:spPr/>
    </dgm:pt>
    <dgm:pt modelId="{CBA2B3C1-D30B-4807-AE10-4008D49E59D6}" type="pres">
      <dgm:prSet presAssocID="{DE9B0660-A87A-4CFA-AFA4-8C6477F3A3AA}" presName="background" presStyleLbl="node0" presStyleIdx="2" presStyleCnt="3"/>
      <dgm:spPr/>
    </dgm:pt>
    <dgm:pt modelId="{675F22ED-F31D-49F3-9710-42A15EB72CA5}" type="pres">
      <dgm:prSet presAssocID="{DE9B0660-A87A-4CFA-AFA4-8C6477F3A3AA}" presName="text" presStyleLbl="fgAcc0" presStyleIdx="2" presStyleCnt="3">
        <dgm:presLayoutVars>
          <dgm:chPref val="3"/>
        </dgm:presLayoutVars>
      </dgm:prSet>
      <dgm:spPr/>
    </dgm:pt>
    <dgm:pt modelId="{E4AA8473-C018-4374-BB68-70977A183ED4}" type="pres">
      <dgm:prSet presAssocID="{DE9B0660-A87A-4CFA-AFA4-8C6477F3A3AA}" presName="hierChild2" presStyleCnt="0"/>
      <dgm:spPr/>
    </dgm:pt>
    <dgm:pt modelId="{DCE71B9F-C122-4211-87BA-F7940EA18918}" type="pres">
      <dgm:prSet presAssocID="{3A0E21CA-5397-4DA9-B2A5-B123F2BAD2AD}" presName="Name10" presStyleLbl="parChTrans1D2" presStyleIdx="0" presStyleCnt="4"/>
      <dgm:spPr/>
    </dgm:pt>
    <dgm:pt modelId="{49135AA3-1E47-47CF-950F-BA8A0584AC75}" type="pres">
      <dgm:prSet presAssocID="{6A940985-15D5-4D5C-8633-9439EF74C5E2}" presName="hierRoot2" presStyleCnt="0"/>
      <dgm:spPr/>
    </dgm:pt>
    <dgm:pt modelId="{73E2FB84-242A-43A6-A53E-E23AAC80BC82}" type="pres">
      <dgm:prSet presAssocID="{6A940985-15D5-4D5C-8633-9439EF74C5E2}" presName="composite2" presStyleCnt="0"/>
      <dgm:spPr/>
    </dgm:pt>
    <dgm:pt modelId="{E40B174E-061F-46F8-AB7B-130CDC7096AD}" type="pres">
      <dgm:prSet presAssocID="{6A940985-15D5-4D5C-8633-9439EF74C5E2}" presName="background2" presStyleLbl="node2" presStyleIdx="0" presStyleCnt="4"/>
      <dgm:spPr/>
    </dgm:pt>
    <dgm:pt modelId="{7C475AEF-D734-43C5-98AD-DA4433C00D10}" type="pres">
      <dgm:prSet presAssocID="{6A940985-15D5-4D5C-8633-9439EF74C5E2}" presName="text2" presStyleLbl="fgAcc2" presStyleIdx="0" presStyleCnt="4">
        <dgm:presLayoutVars>
          <dgm:chPref val="3"/>
        </dgm:presLayoutVars>
      </dgm:prSet>
      <dgm:spPr/>
    </dgm:pt>
    <dgm:pt modelId="{B7F4C9F7-8E9D-4E4F-9704-AB5E0D160EC2}" type="pres">
      <dgm:prSet presAssocID="{6A940985-15D5-4D5C-8633-9439EF74C5E2}" presName="hierChild3" presStyleCnt="0"/>
      <dgm:spPr/>
    </dgm:pt>
    <dgm:pt modelId="{84269B70-E809-442A-9E62-5E458320AE99}" type="pres">
      <dgm:prSet presAssocID="{F12364A3-D467-4393-9B17-0731BBE3CE9F}" presName="Name10" presStyleLbl="parChTrans1D2" presStyleIdx="1" presStyleCnt="4"/>
      <dgm:spPr/>
    </dgm:pt>
    <dgm:pt modelId="{3A0373AA-AE2D-4502-A8AE-AC7CA73E71AE}" type="pres">
      <dgm:prSet presAssocID="{160F7DFB-AD69-434E-8E4D-44A4A19A8A7E}" presName="hierRoot2" presStyleCnt="0"/>
      <dgm:spPr/>
    </dgm:pt>
    <dgm:pt modelId="{76710D0A-6A5A-48AE-856B-125A8899172E}" type="pres">
      <dgm:prSet presAssocID="{160F7DFB-AD69-434E-8E4D-44A4A19A8A7E}" presName="composite2" presStyleCnt="0"/>
      <dgm:spPr/>
    </dgm:pt>
    <dgm:pt modelId="{A6567469-1B4F-49C5-A536-8DF3FEDCE9AB}" type="pres">
      <dgm:prSet presAssocID="{160F7DFB-AD69-434E-8E4D-44A4A19A8A7E}" presName="background2" presStyleLbl="node2" presStyleIdx="1" presStyleCnt="4"/>
      <dgm:spPr/>
    </dgm:pt>
    <dgm:pt modelId="{6D349D07-45BC-4228-BAF9-3596B698E9AD}" type="pres">
      <dgm:prSet presAssocID="{160F7DFB-AD69-434E-8E4D-44A4A19A8A7E}" presName="text2" presStyleLbl="fgAcc2" presStyleIdx="1" presStyleCnt="4">
        <dgm:presLayoutVars>
          <dgm:chPref val="3"/>
        </dgm:presLayoutVars>
      </dgm:prSet>
      <dgm:spPr/>
    </dgm:pt>
    <dgm:pt modelId="{598C3549-6631-4751-B675-B7FAFA08EE6D}" type="pres">
      <dgm:prSet presAssocID="{160F7DFB-AD69-434E-8E4D-44A4A19A8A7E}" presName="hierChild3" presStyleCnt="0"/>
      <dgm:spPr/>
    </dgm:pt>
    <dgm:pt modelId="{A4538893-80E3-4FE6-B947-21A30815252D}" type="pres">
      <dgm:prSet presAssocID="{0B30120F-0188-4C17-8420-EA32F21769F9}" presName="Name10" presStyleLbl="parChTrans1D2" presStyleIdx="2" presStyleCnt="4"/>
      <dgm:spPr/>
    </dgm:pt>
    <dgm:pt modelId="{3DA86741-AC93-416E-BDA4-274A4C1C2094}" type="pres">
      <dgm:prSet presAssocID="{35C1E4DF-9672-4B3F-8C05-FD0B3506DBA2}" presName="hierRoot2" presStyleCnt="0"/>
      <dgm:spPr/>
    </dgm:pt>
    <dgm:pt modelId="{91DE35D1-30EF-4793-9426-DCC29BE73673}" type="pres">
      <dgm:prSet presAssocID="{35C1E4DF-9672-4B3F-8C05-FD0B3506DBA2}" presName="composite2" presStyleCnt="0"/>
      <dgm:spPr/>
    </dgm:pt>
    <dgm:pt modelId="{969536EC-F436-467F-B678-3EE7161C37E4}" type="pres">
      <dgm:prSet presAssocID="{35C1E4DF-9672-4B3F-8C05-FD0B3506DBA2}" presName="background2" presStyleLbl="node2" presStyleIdx="2" presStyleCnt="4"/>
      <dgm:spPr/>
    </dgm:pt>
    <dgm:pt modelId="{7EBF6861-F79A-46CD-9C9B-33A4133C03C0}" type="pres">
      <dgm:prSet presAssocID="{35C1E4DF-9672-4B3F-8C05-FD0B3506DBA2}" presName="text2" presStyleLbl="fgAcc2" presStyleIdx="2" presStyleCnt="4">
        <dgm:presLayoutVars>
          <dgm:chPref val="3"/>
        </dgm:presLayoutVars>
      </dgm:prSet>
      <dgm:spPr/>
    </dgm:pt>
    <dgm:pt modelId="{DBC94F21-9911-4485-BFAA-C836108CE0ED}" type="pres">
      <dgm:prSet presAssocID="{35C1E4DF-9672-4B3F-8C05-FD0B3506DBA2}" presName="hierChild3" presStyleCnt="0"/>
      <dgm:spPr/>
    </dgm:pt>
    <dgm:pt modelId="{2FA1D1D5-7C92-481F-94C4-AEB03D9E70A7}" type="pres">
      <dgm:prSet presAssocID="{83ECB52C-9811-49C2-9DD4-416F0910F57C}" presName="Name10" presStyleLbl="parChTrans1D2" presStyleIdx="3" presStyleCnt="4"/>
      <dgm:spPr/>
    </dgm:pt>
    <dgm:pt modelId="{61BE38DD-3459-4C8B-9F60-428C85F449D4}" type="pres">
      <dgm:prSet presAssocID="{0FF4EEA8-0303-4D81-82D9-B94181C7998A}" presName="hierRoot2" presStyleCnt="0"/>
      <dgm:spPr/>
    </dgm:pt>
    <dgm:pt modelId="{C60345C4-EB74-45ED-8B66-D255E82E76E0}" type="pres">
      <dgm:prSet presAssocID="{0FF4EEA8-0303-4D81-82D9-B94181C7998A}" presName="composite2" presStyleCnt="0"/>
      <dgm:spPr/>
    </dgm:pt>
    <dgm:pt modelId="{BFDB9553-BF03-44FD-A912-A661D5B81958}" type="pres">
      <dgm:prSet presAssocID="{0FF4EEA8-0303-4D81-82D9-B94181C7998A}" presName="background2" presStyleLbl="node2" presStyleIdx="3" presStyleCnt="4"/>
      <dgm:spPr/>
    </dgm:pt>
    <dgm:pt modelId="{FF0C164E-887E-45D5-9302-2E0863F3CE49}" type="pres">
      <dgm:prSet presAssocID="{0FF4EEA8-0303-4D81-82D9-B94181C7998A}" presName="text2" presStyleLbl="fgAcc2" presStyleIdx="3" presStyleCnt="4">
        <dgm:presLayoutVars>
          <dgm:chPref val="3"/>
        </dgm:presLayoutVars>
      </dgm:prSet>
      <dgm:spPr/>
    </dgm:pt>
    <dgm:pt modelId="{09F61B34-3392-455A-92F3-49B0BF1759E5}" type="pres">
      <dgm:prSet presAssocID="{0FF4EEA8-0303-4D81-82D9-B94181C7998A}" presName="hierChild3" presStyleCnt="0"/>
      <dgm:spPr/>
    </dgm:pt>
  </dgm:ptLst>
  <dgm:cxnLst>
    <dgm:cxn modelId="{164E460D-24FD-4CAE-824F-09BA5484AAB8}" srcId="{7F7B4951-43F7-41A4-B19B-0F8D8E55075F}" destId="{DE9B0660-A87A-4CFA-AFA4-8C6477F3A3AA}" srcOrd="2" destOrd="0" parTransId="{F7FA35CE-1298-4897-AC15-AE33888A1B34}" sibTransId="{3F1DD2E2-5BE7-4945-AEAF-F4CE3E0405E8}"/>
    <dgm:cxn modelId="{1A267C16-F50A-4453-ACD2-9A4A7CA353EA}" type="presOf" srcId="{0B30120F-0188-4C17-8420-EA32F21769F9}" destId="{A4538893-80E3-4FE6-B947-21A30815252D}" srcOrd="0" destOrd="0" presId="urn:microsoft.com/office/officeart/2005/8/layout/hierarchy1"/>
    <dgm:cxn modelId="{095AEC2D-D151-45A0-870F-73EE72D04BA7}" type="presOf" srcId="{0FF4EEA8-0303-4D81-82D9-B94181C7998A}" destId="{FF0C164E-887E-45D5-9302-2E0863F3CE49}" srcOrd="0" destOrd="0" presId="urn:microsoft.com/office/officeart/2005/8/layout/hierarchy1"/>
    <dgm:cxn modelId="{FA6FE964-4FB1-4BC1-B641-DFC54DA794F9}" srcId="{DE9B0660-A87A-4CFA-AFA4-8C6477F3A3AA}" destId="{160F7DFB-AD69-434E-8E4D-44A4A19A8A7E}" srcOrd="1" destOrd="0" parTransId="{F12364A3-D467-4393-9B17-0731BBE3CE9F}" sibTransId="{C8819D60-D508-454A-A45E-4CCAFE1BC6D8}"/>
    <dgm:cxn modelId="{26A94E48-B5BC-4BC9-9C29-0073AD33FFA0}" srcId="{DE9B0660-A87A-4CFA-AFA4-8C6477F3A3AA}" destId="{0FF4EEA8-0303-4D81-82D9-B94181C7998A}" srcOrd="3" destOrd="0" parTransId="{83ECB52C-9811-49C2-9DD4-416F0910F57C}" sibTransId="{C4686C6C-DBC4-4BFD-A6B8-1736C79B6651}"/>
    <dgm:cxn modelId="{F12D736E-6EE2-458D-8DE7-44B4647A2F2F}" type="presOf" srcId="{160F7DFB-AD69-434E-8E4D-44A4A19A8A7E}" destId="{6D349D07-45BC-4228-BAF9-3596B698E9AD}" srcOrd="0" destOrd="0" presId="urn:microsoft.com/office/officeart/2005/8/layout/hierarchy1"/>
    <dgm:cxn modelId="{4EAB606F-CE7E-480D-8682-785AB75A862A}" srcId="{7F7B4951-43F7-41A4-B19B-0F8D8E55075F}" destId="{B34126C3-C8FC-4A31-9ECB-10961FDCF5BD}" srcOrd="1" destOrd="0" parTransId="{B374A82B-90B8-4397-A4A6-53881422BAA8}" sibTransId="{0E41A2ED-0ABE-4482-95CF-B83281F3365A}"/>
    <dgm:cxn modelId="{D459EF50-263E-41A9-AEA1-7FDE76D606B9}" type="presOf" srcId="{83ECB52C-9811-49C2-9DD4-416F0910F57C}" destId="{2FA1D1D5-7C92-481F-94C4-AEB03D9E70A7}" srcOrd="0" destOrd="0" presId="urn:microsoft.com/office/officeart/2005/8/layout/hierarchy1"/>
    <dgm:cxn modelId="{3682AE56-71C8-41DF-B89C-B2D8B63FC7E9}" srcId="{DE9B0660-A87A-4CFA-AFA4-8C6477F3A3AA}" destId="{35C1E4DF-9672-4B3F-8C05-FD0B3506DBA2}" srcOrd="2" destOrd="0" parTransId="{0B30120F-0188-4C17-8420-EA32F21769F9}" sibTransId="{1431C81C-627C-475E-B1A4-04DE3D5752A6}"/>
    <dgm:cxn modelId="{398DA477-FAB9-4FE5-8BFE-B84C0196DE0B}" type="presOf" srcId="{DE9B0660-A87A-4CFA-AFA4-8C6477F3A3AA}" destId="{675F22ED-F31D-49F3-9710-42A15EB72CA5}" srcOrd="0" destOrd="0" presId="urn:microsoft.com/office/officeart/2005/8/layout/hierarchy1"/>
    <dgm:cxn modelId="{78CF7879-D3E0-4B5E-8E41-8578E5A4408B}" type="presOf" srcId="{35C1E4DF-9672-4B3F-8C05-FD0B3506DBA2}" destId="{7EBF6861-F79A-46CD-9C9B-33A4133C03C0}" srcOrd="0" destOrd="0" presId="urn:microsoft.com/office/officeart/2005/8/layout/hierarchy1"/>
    <dgm:cxn modelId="{9C0FA059-CDC6-44ED-87A0-79D78FF73DF0}" type="presOf" srcId="{3A0E21CA-5397-4DA9-B2A5-B123F2BAD2AD}" destId="{DCE71B9F-C122-4211-87BA-F7940EA18918}" srcOrd="0" destOrd="0" presId="urn:microsoft.com/office/officeart/2005/8/layout/hierarchy1"/>
    <dgm:cxn modelId="{194E37AD-6099-4FC9-8571-C9B6E331D21E}" type="presOf" srcId="{6A940985-15D5-4D5C-8633-9439EF74C5E2}" destId="{7C475AEF-D734-43C5-98AD-DA4433C00D10}" srcOrd="0" destOrd="0" presId="urn:microsoft.com/office/officeart/2005/8/layout/hierarchy1"/>
    <dgm:cxn modelId="{3F8F0AB0-5B73-45D0-A6FB-EB29897EC197}" srcId="{7F7B4951-43F7-41A4-B19B-0F8D8E55075F}" destId="{FF6F2810-A75F-4DBF-B8B8-175C54A0819A}" srcOrd="0" destOrd="0" parTransId="{8546EB5A-B1BE-4FD2-A59A-E093C0BAC2BA}" sibTransId="{95FD81AA-FADB-4C7D-93D0-13F923025F52}"/>
    <dgm:cxn modelId="{B4513AE1-007A-4C61-8FA7-D3E7781344BE}" type="presOf" srcId="{F12364A3-D467-4393-9B17-0731BBE3CE9F}" destId="{84269B70-E809-442A-9E62-5E458320AE99}" srcOrd="0" destOrd="0" presId="urn:microsoft.com/office/officeart/2005/8/layout/hierarchy1"/>
    <dgm:cxn modelId="{9F9D1CE4-4AFE-4E07-B03E-9395D7669140}" type="presOf" srcId="{FF6F2810-A75F-4DBF-B8B8-175C54A0819A}" destId="{EF452040-7C3D-4878-BB1C-1F755F43CB99}" srcOrd="0" destOrd="0" presId="urn:microsoft.com/office/officeart/2005/8/layout/hierarchy1"/>
    <dgm:cxn modelId="{687FC7E5-42F7-40C3-AAC3-821F00F87318}" type="presOf" srcId="{B34126C3-C8FC-4A31-9ECB-10961FDCF5BD}" destId="{B22CCD68-B1E4-4780-9F09-C326084427D4}" srcOrd="0" destOrd="0" presId="urn:microsoft.com/office/officeart/2005/8/layout/hierarchy1"/>
    <dgm:cxn modelId="{D07B5AF7-AC78-48D7-A5BA-BF83AC3B2520}" srcId="{DE9B0660-A87A-4CFA-AFA4-8C6477F3A3AA}" destId="{6A940985-15D5-4D5C-8633-9439EF74C5E2}" srcOrd="0" destOrd="0" parTransId="{3A0E21CA-5397-4DA9-B2A5-B123F2BAD2AD}" sibTransId="{DCAD7CB5-863E-407C-B689-DEB36A058249}"/>
    <dgm:cxn modelId="{A23462FE-7BD2-403B-A4AC-755E99F1A9B3}" type="presOf" srcId="{7F7B4951-43F7-41A4-B19B-0F8D8E55075F}" destId="{E86BF76D-74B2-4531-9EA9-740B4A53F4BA}" srcOrd="0" destOrd="0" presId="urn:microsoft.com/office/officeart/2005/8/layout/hierarchy1"/>
    <dgm:cxn modelId="{11CA1B7E-1FF0-4E2E-9B9D-DC5EFAACCEBA}" type="presParOf" srcId="{E86BF76D-74B2-4531-9EA9-740B4A53F4BA}" destId="{B9A4BE79-87B7-4E93-8454-C1998F1A5E99}" srcOrd="0" destOrd="0" presId="urn:microsoft.com/office/officeart/2005/8/layout/hierarchy1"/>
    <dgm:cxn modelId="{029EB833-C5ED-4C6C-9A32-C64DF45DB0F8}" type="presParOf" srcId="{B9A4BE79-87B7-4E93-8454-C1998F1A5E99}" destId="{45ECE73B-E307-49F1-958C-321ACFD72B3A}" srcOrd="0" destOrd="0" presId="urn:microsoft.com/office/officeart/2005/8/layout/hierarchy1"/>
    <dgm:cxn modelId="{1EA629BA-4F80-45E9-B8CB-A7B03535E5F7}" type="presParOf" srcId="{45ECE73B-E307-49F1-958C-321ACFD72B3A}" destId="{D2D69DE0-3496-4BB6-AB3A-4CD7743096EE}" srcOrd="0" destOrd="0" presId="urn:microsoft.com/office/officeart/2005/8/layout/hierarchy1"/>
    <dgm:cxn modelId="{B4825E79-05EC-4463-860F-7ED181478D09}" type="presParOf" srcId="{45ECE73B-E307-49F1-958C-321ACFD72B3A}" destId="{EF452040-7C3D-4878-BB1C-1F755F43CB99}" srcOrd="1" destOrd="0" presId="urn:microsoft.com/office/officeart/2005/8/layout/hierarchy1"/>
    <dgm:cxn modelId="{E960E526-52BC-4E75-83AF-38B66D37179C}" type="presParOf" srcId="{B9A4BE79-87B7-4E93-8454-C1998F1A5E99}" destId="{6819961A-CE23-4DCF-A0CB-5AC652A9C55F}" srcOrd="1" destOrd="0" presId="urn:microsoft.com/office/officeart/2005/8/layout/hierarchy1"/>
    <dgm:cxn modelId="{4380EA77-A730-4F68-8674-B71C1439B113}" type="presParOf" srcId="{E86BF76D-74B2-4531-9EA9-740B4A53F4BA}" destId="{FDBB6983-82FD-4439-9959-0E09A00DF134}" srcOrd="1" destOrd="0" presId="urn:microsoft.com/office/officeart/2005/8/layout/hierarchy1"/>
    <dgm:cxn modelId="{6AEA5BD1-B5E7-431D-84F4-4A233629BC43}" type="presParOf" srcId="{FDBB6983-82FD-4439-9959-0E09A00DF134}" destId="{B8A27819-112F-4590-B5AF-039725C72147}" srcOrd="0" destOrd="0" presId="urn:microsoft.com/office/officeart/2005/8/layout/hierarchy1"/>
    <dgm:cxn modelId="{AD125A3C-0DE4-40A1-AF75-D199B7E67EEF}" type="presParOf" srcId="{B8A27819-112F-4590-B5AF-039725C72147}" destId="{513EFD6A-C5C0-46E0-BA41-9DF13524204C}" srcOrd="0" destOrd="0" presId="urn:microsoft.com/office/officeart/2005/8/layout/hierarchy1"/>
    <dgm:cxn modelId="{E58BF6AE-9EA2-4C8A-A2BB-F6B41399FA79}" type="presParOf" srcId="{B8A27819-112F-4590-B5AF-039725C72147}" destId="{B22CCD68-B1E4-4780-9F09-C326084427D4}" srcOrd="1" destOrd="0" presId="urn:microsoft.com/office/officeart/2005/8/layout/hierarchy1"/>
    <dgm:cxn modelId="{28AF938B-CB9A-490C-85F2-560D073D23E2}" type="presParOf" srcId="{FDBB6983-82FD-4439-9959-0E09A00DF134}" destId="{77D70423-926A-494F-89CC-64B5B601581E}" srcOrd="1" destOrd="0" presId="urn:microsoft.com/office/officeart/2005/8/layout/hierarchy1"/>
    <dgm:cxn modelId="{361CC372-C9BA-4423-8059-2AC2C67DB0DB}" type="presParOf" srcId="{E86BF76D-74B2-4531-9EA9-740B4A53F4BA}" destId="{868E71BB-1B4C-4233-B19D-BE16ED5753E7}" srcOrd="2" destOrd="0" presId="urn:microsoft.com/office/officeart/2005/8/layout/hierarchy1"/>
    <dgm:cxn modelId="{C82D9B4B-F6ED-4B76-A1EA-41F2A138AB91}" type="presParOf" srcId="{868E71BB-1B4C-4233-B19D-BE16ED5753E7}" destId="{A3E64754-FD24-42DD-946B-67D9F702CD57}" srcOrd="0" destOrd="0" presId="urn:microsoft.com/office/officeart/2005/8/layout/hierarchy1"/>
    <dgm:cxn modelId="{30C9C538-2032-4835-A933-52B54F41A90D}" type="presParOf" srcId="{A3E64754-FD24-42DD-946B-67D9F702CD57}" destId="{CBA2B3C1-D30B-4807-AE10-4008D49E59D6}" srcOrd="0" destOrd="0" presId="urn:microsoft.com/office/officeart/2005/8/layout/hierarchy1"/>
    <dgm:cxn modelId="{0EA08E5A-662F-40D7-B812-54458DD93432}" type="presParOf" srcId="{A3E64754-FD24-42DD-946B-67D9F702CD57}" destId="{675F22ED-F31D-49F3-9710-42A15EB72CA5}" srcOrd="1" destOrd="0" presId="urn:microsoft.com/office/officeart/2005/8/layout/hierarchy1"/>
    <dgm:cxn modelId="{8E5C1C40-D814-4B6F-96D7-7D8E51ADCCEF}" type="presParOf" srcId="{868E71BB-1B4C-4233-B19D-BE16ED5753E7}" destId="{E4AA8473-C018-4374-BB68-70977A183ED4}" srcOrd="1" destOrd="0" presId="urn:microsoft.com/office/officeart/2005/8/layout/hierarchy1"/>
    <dgm:cxn modelId="{AA2CB424-E02B-4A36-B69C-8DABCCF043A3}" type="presParOf" srcId="{E4AA8473-C018-4374-BB68-70977A183ED4}" destId="{DCE71B9F-C122-4211-87BA-F7940EA18918}" srcOrd="0" destOrd="0" presId="urn:microsoft.com/office/officeart/2005/8/layout/hierarchy1"/>
    <dgm:cxn modelId="{C760C494-D6CC-401F-9DAE-A51B074D859D}" type="presParOf" srcId="{E4AA8473-C018-4374-BB68-70977A183ED4}" destId="{49135AA3-1E47-47CF-950F-BA8A0584AC75}" srcOrd="1" destOrd="0" presId="urn:microsoft.com/office/officeart/2005/8/layout/hierarchy1"/>
    <dgm:cxn modelId="{FA60BA82-0D0D-4639-8E74-2567A28166B5}" type="presParOf" srcId="{49135AA3-1E47-47CF-950F-BA8A0584AC75}" destId="{73E2FB84-242A-43A6-A53E-E23AAC80BC82}" srcOrd="0" destOrd="0" presId="urn:microsoft.com/office/officeart/2005/8/layout/hierarchy1"/>
    <dgm:cxn modelId="{2FEE41BC-752A-451D-A059-9C7FA54BF2C7}" type="presParOf" srcId="{73E2FB84-242A-43A6-A53E-E23AAC80BC82}" destId="{E40B174E-061F-46F8-AB7B-130CDC7096AD}" srcOrd="0" destOrd="0" presId="urn:microsoft.com/office/officeart/2005/8/layout/hierarchy1"/>
    <dgm:cxn modelId="{90C0D8DA-33FD-4F00-A2E6-3445F542D186}" type="presParOf" srcId="{73E2FB84-242A-43A6-A53E-E23AAC80BC82}" destId="{7C475AEF-D734-43C5-98AD-DA4433C00D10}" srcOrd="1" destOrd="0" presId="urn:microsoft.com/office/officeart/2005/8/layout/hierarchy1"/>
    <dgm:cxn modelId="{B162C400-C999-443C-BEBD-B4C37D48E543}" type="presParOf" srcId="{49135AA3-1E47-47CF-950F-BA8A0584AC75}" destId="{B7F4C9F7-8E9D-4E4F-9704-AB5E0D160EC2}" srcOrd="1" destOrd="0" presId="urn:microsoft.com/office/officeart/2005/8/layout/hierarchy1"/>
    <dgm:cxn modelId="{AEAA4153-11A3-44C7-9183-A0B214C3091D}" type="presParOf" srcId="{E4AA8473-C018-4374-BB68-70977A183ED4}" destId="{84269B70-E809-442A-9E62-5E458320AE99}" srcOrd="2" destOrd="0" presId="urn:microsoft.com/office/officeart/2005/8/layout/hierarchy1"/>
    <dgm:cxn modelId="{03203584-36FE-463E-9DE5-959FABD3AAF1}" type="presParOf" srcId="{E4AA8473-C018-4374-BB68-70977A183ED4}" destId="{3A0373AA-AE2D-4502-A8AE-AC7CA73E71AE}" srcOrd="3" destOrd="0" presId="urn:microsoft.com/office/officeart/2005/8/layout/hierarchy1"/>
    <dgm:cxn modelId="{C35A734C-F9D5-4EDE-A415-1A3E121DDD60}" type="presParOf" srcId="{3A0373AA-AE2D-4502-A8AE-AC7CA73E71AE}" destId="{76710D0A-6A5A-48AE-856B-125A8899172E}" srcOrd="0" destOrd="0" presId="urn:microsoft.com/office/officeart/2005/8/layout/hierarchy1"/>
    <dgm:cxn modelId="{B762F610-CAAD-4678-9CB9-2709C3CB6466}" type="presParOf" srcId="{76710D0A-6A5A-48AE-856B-125A8899172E}" destId="{A6567469-1B4F-49C5-A536-8DF3FEDCE9AB}" srcOrd="0" destOrd="0" presId="urn:microsoft.com/office/officeart/2005/8/layout/hierarchy1"/>
    <dgm:cxn modelId="{5590E89E-48FC-4554-B276-A6562DE692FA}" type="presParOf" srcId="{76710D0A-6A5A-48AE-856B-125A8899172E}" destId="{6D349D07-45BC-4228-BAF9-3596B698E9AD}" srcOrd="1" destOrd="0" presId="urn:microsoft.com/office/officeart/2005/8/layout/hierarchy1"/>
    <dgm:cxn modelId="{F09C2EAF-D6EA-407A-8E68-38BB5FED61F5}" type="presParOf" srcId="{3A0373AA-AE2D-4502-A8AE-AC7CA73E71AE}" destId="{598C3549-6631-4751-B675-B7FAFA08EE6D}" srcOrd="1" destOrd="0" presId="urn:microsoft.com/office/officeart/2005/8/layout/hierarchy1"/>
    <dgm:cxn modelId="{C48D471C-D835-4BBD-9E4A-14003227D9A6}" type="presParOf" srcId="{E4AA8473-C018-4374-BB68-70977A183ED4}" destId="{A4538893-80E3-4FE6-B947-21A30815252D}" srcOrd="4" destOrd="0" presId="urn:microsoft.com/office/officeart/2005/8/layout/hierarchy1"/>
    <dgm:cxn modelId="{80B2F297-0588-45E1-A733-1592BBE745A2}" type="presParOf" srcId="{E4AA8473-C018-4374-BB68-70977A183ED4}" destId="{3DA86741-AC93-416E-BDA4-274A4C1C2094}" srcOrd="5" destOrd="0" presId="urn:microsoft.com/office/officeart/2005/8/layout/hierarchy1"/>
    <dgm:cxn modelId="{F6590CB5-EFCB-4B7D-B7EE-E6F4FBEAE7F4}" type="presParOf" srcId="{3DA86741-AC93-416E-BDA4-274A4C1C2094}" destId="{91DE35D1-30EF-4793-9426-DCC29BE73673}" srcOrd="0" destOrd="0" presId="urn:microsoft.com/office/officeart/2005/8/layout/hierarchy1"/>
    <dgm:cxn modelId="{1F90CF43-CFF5-47BA-B933-F9987B36D7D4}" type="presParOf" srcId="{91DE35D1-30EF-4793-9426-DCC29BE73673}" destId="{969536EC-F436-467F-B678-3EE7161C37E4}" srcOrd="0" destOrd="0" presId="urn:microsoft.com/office/officeart/2005/8/layout/hierarchy1"/>
    <dgm:cxn modelId="{5018C8CD-4DCB-4C42-B9AB-59B7EB388F68}" type="presParOf" srcId="{91DE35D1-30EF-4793-9426-DCC29BE73673}" destId="{7EBF6861-F79A-46CD-9C9B-33A4133C03C0}" srcOrd="1" destOrd="0" presId="urn:microsoft.com/office/officeart/2005/8/layout/hierarchy1"/>
    <dgm:cxn modelId="{E527DE0F-8B39-40C8-B0E0-A34A6EE1F982}" type="presParOf" srcId="{3DA86741-AC93-416E-BDA4-274A4C1C2094}" destId="{DBC94F21-9911-4485-BFAA-C836108CE0ED}" srcOrd="1" destOrd="0" presId="urn:microsoft.com/office/officeart/2005/8/layout/hierarchy1"/>
    <dgm:cxn modelId="{7D5B16A9-71AE-4DFB-9CB8-E33AB593E9DF}" type="presParOf" srcId="{E4AA8473-C018-4374-BB68-70977A183ED4}" destId="{2FA1D1D5-7C92-481F-94C4-AEB03D9E70A7}" srcOrd="6" destOrd="0" presId="urn:microsoft.com/office/officeart/2005/8/layout/hierarchy1"/>
    <dgm:cxn modelId="{4A1B3325-878B-446E-B8A8-67245C004236}" type="presParOf" srcId="{E4AA8473-C018-4374-BB68-70977A183ED4}" destId="{61BE38DD-3459-4C8B-9F60-428C85F449D4}" srcOrd="7" destOrd="0" presId="urn:microsoft.com/office/officeart/2005/8/layout/hierarchy1"/>
    <dgm:cxn modelId="{9E28FCB7-13A6-40DE-9B18-4CF93C690F4A}" type="presParOf" srcId="{61BE38DD-3459-4C8B-9F60-428C85F449D4}" destId="{C60345C4-EB74-45ED-8B66-D255E82E76E0}" srcOrd="0" destOrd="0" presId="urn:microsoft.com/office/officeart/2005/8/layout/hierarchy1"/>
    <dgm:cxn modelId="{108EF0D6-6FEC-4046-B366-3439D389DA20}" type="presParOf" srcId="{C60345C4-EB74-45ED-8B66-D255E82E76E0}" destId="{BFDB9553-BF03-44FD-A912-A661D5B81958}" srcOrd="0" destOrd="0" presId="urn:microsoft.com/office/officeart/2005/8/layout/hierarchy1"/>
    <dgm:cxn modelId="{F156AE6D-D49D-4B56-B5AE-77D74F4117A4}" type="presParOf" srcId="{C60345C4-EB74-45ED-8B66-D255E82E76E0}" destId="{FF0C164E-887E-45D5-9302-2E0863F3CE49}" srcOrd="1" destOrd="0" presId="urn:microsoft.com/office/officeart/2005/8/layout/hierarchy1"/>
    <dgm:cxn modelId="{EFFB4D80-AE5B-4CB5-ACBC-B46F00EAC345}" type="presParOf" srcId="{61BE38DD-3459-4C8B-9F60-428C85F449D4}" destId="{09F61B34-3392-455A-92F3-49B0BF1759E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CB0FFF-2E0D-49BC-88D8-8E9597C1041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97A1395-9057-443C-9AA4-06EBFC50A7F8}">
      <dgm:prSet phldr="0"/>
      <dgm:spPr/>
      <dgm:t>
        <a:bodyPr/>
        <a:lstStyle/>
        <a:p>
          <a:pPr rtl="0"/>
          <a:r>
            <a:rPr lang="en-US" dirty="0"/>
            <a:t>Supongamos que tenemos atributos como Género con valores “hombre ó mujer” y edad en rangos: “menor de 18 ó mayor de 18” para tomar una decisión. Podríamos crear un árbol en el que dividamos primero por género y luego subdividir por edad. Ó </a:t>
          </a:r>
          <a:r>
            <a:rPr lang="en-US" b="1" dirty="0"/>
            <a:t>podría ser al revés</a:t>
          </a:r>
          <a:r>
            <a:rPr lang="en-US" dirty="0"/>
            <a:t>: primero por edad y luego por género.</a:t>
          </a:r>
        </a:p>
      </dgm:t>
    </dgm:pt>
    <dgm:pt modelId="{AF501FC9-C3AC-4432-A9EC-2440AC5A5688}" type="parTrans" cxnId="{7D7C9196-84F7-4E2C-8235-E4241A393181}">
      <dgm:prSet/>
      <dgm:spPr/>
      <dgm:t>
        <a:bodyPr/>
        <a:lstStyle/>
        <a:p>
          <a:endParaRPr lang="en-US"/>
        </a:p>
      </dgm:t>
    </dgm:pt>
    <dgm:pt modelId="{0C66009F-B303-49E6-9B4D-84B225E0EE96}" type="sibTrans" cxnId="{7D7C9196-84F7-4E2C-8235-E4241A39318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7684984-38AC-4AA8-BA34-E1B258C20840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El</a:t>
          </a:r>
          <a:r>
            <a:rPr lang="en-US" dirty="0"/>
            <a:t> algoritmo es quien </a:t>
          </a:r>
          <a:r>
            <a:rPr lang="en-US" i="1" dirty="0"/>
            <a:t>analizando los datos y las salidas -por eso es supervisado</a:t>
          </a:r>
          <a:r>
            <a:rPr lang="en-US" dirty="0"/>
            <a:t>!– decidirá la mejor forma de hacer las divisiones (</a:t>
          </a:r>
          <a:r>
            <a:rPr lang="en-US" i="1" dirty="0"/>
            <a:t>split</a:t>
          </a:r>
          <a:r>
            <a:rPr lang="en-US" dirty="0"/>
            <a:t>) entre nodos.</a:t>
          </a:r>
          <a:endParaRPr lang="en-US" dirty="0">
            <a:latin typeface="Calibri Light" panose="020F0302020204030204"/>
          </a:endParaRPr>
        </a:p>
      </dgm:t>
    </dgm:pt>
    <dgm:pt modelId="{7B871CC3-C3D9-46C4-98DF-FD46C67ACF72}" type="parTrans" cxnId="{2DC82B6E-ACC4-4B5C-BE7D-E51BC8A40FD9}">
      <dgm:prSet/>
      <dgm:spPr/>
    </dgm:pt>
    <dgm:pt modelId="{29017000-DE2B-42D4-A564-461AD95C1043}" type="sibTrans" cxnId="{2DC82B6E-ACC4-4B5C-BE7D-E51BC8A40FD9}">
      <dgm:prSet phldrT="02" phldr="0"/>
      <dgm:spPr/>
      <dgm:t>
        <a:bodyPr/>
        <a:lstStyle/>
        <a:p>
          <a:r>
            <a:rPr lang="es-ES"/>
            <a:t>02</a:t>
          </a:r>
        </a:p>
      </dgm:t>
    </dgm:pt>
    <dgm:pt modelId="{707E6794-F653-4B8B-973C-DE5EDB1FD354}" type="pres">
      <dgm:prSet presAssocID="{76CB0FFF-2E0D-49BC-88D8-8E9597C10415}" presName="Name0" presStyleCnt="0">
        <dgm:presLayoutVars>
          <dgm:animLvl val="lvl"/>
          <dgm:resizeHandles val="exact"/>
        </dgm:presLayoutVars>
      </dgm:prSet>
      <dgm:spPr/>
    </dgm:pt>
    <dgm:pt modelId="{AE52A865-885D-4531-BE3F-CFF87E1AFAFB}" type="pres">
      <dgm:prSet presAssocID="{A97A1395-9057-443C-9AA4-06EBFC50A7F8}" presName="compositeNode" presStyleCnt="0">
        <dgm:presLayoutVars>
          <dgm:bulletEnabled val="1"/>
        </dgm:presLayoutVars>
      </dgm:prSet>
      <dgm:spPr/>
    </dgm:pt>
    <dgm:pt modelId="{5FF75071-05B4-4A75-8E8E-38364D5C1323}" type="pres">
      <dgm:prSet presAssocID="{A97A1395-9057-443C-9AA4-06EBFC50A7F8}" presName="bgRect" presStyleLbl="alignNode1" presStyleIdx="0" presStyleCnt="2"/>
      <dgm:spPr/>
    </dgm:pt>
    <dgm:pt modelId="{C8950C0E-7D32-45CA-BC52-36A4E97DC66C}" type="pres">
      <dgm:prSet presAssocID="{0C66009F-B303-49E6-9B4D-84B225E0EE96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29954915-E18D-4A22-98D2-B3E06190B6AC}" type="pres">
      <dgm:prSet presAssocID="{A97A1395-9057-443C-9AA4-06EBFC50A7F8}" presName="nodeRect" presStyleLbl="alignNode1" presStyleIdx="0" presStyleCnt="2">
        <dgm:presLayoutVars>
          <dgm:bulletEnabled val="1"/>
        </dgm:presLayoutVars>
      </dgm:prSet>
      <dgm:spPr/>
    </dgm:pt>
    <dgm:pt modelId="{3D6DCE0C-40E1-4BE8-B415-3CC54FC8F070}" type="pres">
      <dgm:prSet presAssocID="{0C66009F-B303-49E6-9B4D-84B225E0EE96}" presName="sibTrans" presStyleCnt="0"/>
      <dgm:spPr/>
    </dgm:pt>
    <dgm:pt modelId="{047245DB-698F-48E6-84B3-6FF411F2AE7C}" type="pres">
      <dgm:prSet presAssocID="{07684984-38AC-4AA8-BA34-E1B258C20840}" presName="compositeNode" presStyleCnt="0">
        <dgm:presLayoutVars>
          <dgm:bulletEnabled val="1"/>
        </dgm:presLayoutVars>
      </dgm:prSet>
      <dgm:spPr/>
    </dgm:pt>
    <dgm:pt modelId="{1E7708F5-6BDD-4BC8-870E-33ABA4949279}" type="pres">
      <dgm:prSet presAssocID="{07684984-38AC-4AA8-BA34-E1B258C20840}" presName="bgRect" presStyleLbl="alignNode1" presStyleIdx="1" presStyleCnt="2"/>
      <dgm:spPr/>
    </dgm:pt>
    <dgm:pt modelId="{38C66754-71D1-49F0-BCDE-22919D5CB127}" type="pres">
      <dgm:prSet presAssocID="{29017000-DE2B-42D4-A564-461AD95C1043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F4C5CB17-29FE-4E53-B655-5F4AF6DCDC9D}" type="pres">
      <dgm:prSet presAssocID="{07684984-38AC-4AA8-BA34-E1B258C20840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61260F68-455B-46A2-9FFB-D6F5895E810C}" type="presOf" srcId="{0C66009F-B303-49E6-9B4D-84B225E0EE96}" destId="{C8950C0E-7D32-45CA-BC52-36A4E97DC66C}" srcOrd="0" destOrd="0" presId="urn:microsoft.com/office/officeart/2016/7/layout/LinearBlockProcessNumbered"/>
    <dgm:cxn modelId="{2DC82B6E-ACC4-4B5C-BE7D-E51BC8A40FD9}" srcId="{76CB0FFF-2E0D-49BC-88D8-8E9597C10415}" destId="{07684984-38AC-4AA8-BA34-E1B258C20840}" srcOrd="1" destOrd="0" parTransId="{7B871CC3-C3D9-46C4-98DF-FD46C67ACF72}" sibTransId="{29017000-DE2B-42D4-A564-461AD95C1043}"/>
    <dgm:cxn modelId="{3804C171-BB9E-4F27-AEF6-6EF6C8E0F8B8}" type="presOf" srcId="{76CB0FFF-2E0D-49BC-88D8-8E9597C10415}" destId="{707E6794-F653-4B8B-973C-DE5EDB1FD354}" srcOrd="0" destOrd="0" presId="urn:microsoft.com/office/officeart/2016/7/layout/LinearBlockProcessNumbered"/>
    <dgm:cxn modelId="{E5C5FC8E-D68E-46E2-84B9-2EC5B830C7E0}" type="presOf" srcId="{A97A1395-9057-443C-9AA4-06EBFC50A7F8}" destId="{5FF75071-05B4-4A75-8E8E-38364D5C1323}" srcOrd="0" destOrd="0" presId="urn:microsoft.com/office/officeart/2016/7/layout/LinearBlockProcessNumbered"/>
    <dgm:cxn modelId="{7D7C9196-84F7-4E2C-8235-E4241A393181}" srcId="{76CB0FFF-2E0D-49BC-88D8-8E9597C10415}" destId="{A97A1395-9057-443C-9AA4-06EBFC50A7F8}" srcOrd="0" destOrd="0" parTransId="{AF501FC9-C3AC-4432-A9EC-2440AC5A5688}" sibTransId="{0C66009F-B303-49E6-9B4D-84B225E0EE96}"/>
    <dgm:cxn modelId="{AC175F99-0529-46A1-8BE3-9DB9F0CCE626}" type="presOf" srcId="{07684984-38AC-4AA8-BA34-E1B258C20840}" destId="{F4C5CB17-29FE-4E53-B655-5F4AF6DCDC9D}" srcOrd="1" destOrd="0" presId="urn:microsoft.com/office/officeart/2016/7/layout/LinearBlockProcessNumbered"/>
    <dgm:cxn modelId="{B0E8FAB0-12BE-49C0-9D15-D4F40999C0FC}" type="presOf" srcId="{07684984-38AC-4AA8-BA34-E1B258C20840}" destId="{1E7708F5-6BDD-4BC8-870E-33ABA4949279}" srcOrd="0" destOrd="0" presId="urn:microsoft.com/office/officeart/2016/7/layout/LinearBlockProcessNumbered"/>
    <dgm:cxn modelId="{3D785AC3-4132-4967-B3C6-80CE0A3C0EA3}" type="presOf" srcId="{29017000-DE2B-42D4-A564-461AD95C1043}" destId="{38C66754-71D1-49F0-BCDE-22919D5CB127}" srcOrd="0" destOrd="0" presId="urn:microsoft.com/office/officeart/2016/7/layout/LinearBlockProcessNumbered"/>
    <dgm:cxn modelId="{AF64C8F7-6264-4198-985B-B617EA6F2743}" type="presOf" srcId="{A97A1395-9057-443C-9AA4-06EBFC50A7F8}" destId="{29954915-E18D-4A22-98D2-B3E06190B6AC}" srcOrd="1" destOrd="0" presId="urn:microsoft.com/office/officeart/2016/7/layout/LinearBlockProcessNumbered"/>
    <dgm:cxn modelId="{CF4D172C-5F76-409A-9630-B3DF6E478DAF}" type="presParOf" srcId="{707E6794-F653-4B8B-973C-DE5EDB1FD354}" destId="{AE52A865-885D-4531-BE3F-CFF87E1AFAFB}" srcOrd="0" destOrd="0" presId="urn:microsoft.com/office/officeart/2016/7/layout/LinearBlockProcessNumbered"/>
    <dgm:cxn modelId="{E7F34731-56FE-47FB-9DA7-2A346FA843DE}" type="presParOf" srcId="{AE52A865-885D-4531-BE3F-CFF87E1AFAFB}" destId="{5FF75071-05B4-4A75-8E8E-38364D5C1323}" srcOrd="0" destOrd="0" presId="urn:microsoft.com/office/officeart/2016/7/layout/LinearBlockProcessNumbered"/>
    <dgm:cxn modelId="{0ADC46B2-4569-4013-B62C-77FC32B2619A}" type="presParOf" srcId="{AE52A865-885D-4531-BE3F-CFF87E1AFAFB}" destId="{C8950C0E-7D32-45CA-BC52-36A4E97DC66C}" srcOrd="1" destOrd="0" presId="urn:microsoft.com/office/officeart/2016/7/layout/LinearBlockProcessNumbered"/>
    <dgm:cxn modelId="{60F7E2F6-FE57-4832-94B2-8E7726E88EFD}" type="presParOf" srcId="{AE52A865-885D-4531-BE3F-CFF87E1AFAFB}" destId="{29954915-E18D-4A22-98D2-B3E06190B6AC}" srcOrd="2" destOrd="0" presId="urn:microsoft.com/office/officeart/2016/7/layout/LinearBlockProcessNumbered"/>
    <dgm:cxn modelId="{61E05604-3EF0-4922-9425-C1DABE8994B3}" type="presParOf" srcId="{707E6794-F653-4B8B-973C-DE5EDB1FD354}" destId="{3D6DCE0C-40E1-4BE8-B415-3CC54FC8F070}" srcOrd="1" destOrd="0" presId="urn:microsoft.com/office/officeart/2016/7/layout/LinearBlockProcessNumbered"/>
    <dgm:cxn modelId="{2E540FC6-169D-415E-B8C9-910BDB5EFB4C}" type="presParOf" srcId="{707E6794-F653-4B8B-973C-DE5EDB1FD354}" destId="{047245DB-698F-48E6-84B3-6FF411F2AE7C}" srcOrd="2" destOrd="0" presId="urn:microsoft.com/office/officeart/2016/7/layout/LinearBlockProcessNumbered"/>
    <dgm:cxn modelId="{B2BA5EB0-E23A-4DE8-8DDA-687E68CCE04D}" type="presParOf" srcId="{047245DB-698F-48E6-84B3-6FF411F2AE7C}" destId="{1E7708F5-6BDD-4BC8-870E-33ABA4949279}" srcOrd="0" destOrd="0" presId="urn:microsoft.com/office/officeart/2016/7/layout/LinearBlockProcessNumbered"/>
    <dgm:cxn modelId="{3C8F695B-2AAA-468E-B1C1-DA511E99B112}" type="presParOf" srcId="{047245DB-698F-48E6-84B3-6FF411F2AE7C}" destId="{38C66754-71D1-49F0-BCDE-22919D5CB127}" srcOrd="1" destOrd="0" presId="urn:microsoft.com/office/officeart/2016/7/layout/LinearBlockProcessNumbered"/>
    <dgm:cxn modelId="{FF396578-B387-4447-B17B-0DDA902B5652}" type="presParOf" srcId="{047245DB-698F-48E6-84B3-6FF411F2AE7C}" destId="{F4C5CB17-29FE-4E53-B655-5F4AF6DCDC9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CB0FFF-2E0D-49BC-88D8-8E9597C1041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DD7AAA9-8B14-43AE-ACC3-3DF51DDA9956}">
      <dgm:prSet phldr="0"/>
      <dgm:spPr/>
      <dgm:t>
        <a:bodyPr/>
        <a:lstStyle/>
        <a:p>
          <a:pPr algn="l" rtl="0"/>
          <a:r>
            <a:rPr lang="en-US" dirty="0"/>
            <a:t>Dos </a:t>
          </a:r>
          <a:r>
            <a:rPr lang="en-US" dirty="0" err="1"/>
            <a:t>tipos</a:t>
          </a:r>
          <a:r>
            <a:rPr lang="en-US" dirty="0"/>
            <a:t> de </a:t>
          </a:r>
          <a:r>
            <a:rPr lang="en-US" dirty="0" err="1"/>
            <a:t>nodos</a:t>
          </a:r>
          <a:r>
            <a:rPr lang="en-US" dirty="0"/>
            <a:t>.</a:t>
          </a:r>
          <a:r>
            <a:rPr lang="en-US" dirty="0">
              <a:latin typeface="Calibri Light" panose="020F0302020204030204"/>
            </a:rPr>
            <a:t> </a:t>
          </a:r>
          <a:r>
            <a:rPr lang="en-US" dirty="0"/>
            <a:t>Nodos de decision. Involucran una caracteristica de la persona y un </a:t>
          </a:r>
          <a:r>
            <a:rPr lang="en-US" dirty="0" err="1"/>
            <a:t>cierto</a:t>
          </a:r>
          <a:r>
            <a:rPr lang="en-US" dirty="0"/>
            <a:t> </a:t>
          </a:r>
          <a:r>
            <a:rPr lang="en-US" dirty="0" err="1"/>
            <a:t>nivel</a:t>
          </a:r>
          <a:r>
            <a:rPr lang="en-US" dirty="0">
              <a:latin typeface="Calibri Light" panose="020F0302020204030204"/>
            </a:rPr>
            <a:t> </a:t>
          </a:r>
          <a:r>
            <a:rPr lang="en-US" dirty="0" err="1"/>
            <a:t>asociado</a:t>
          </a:r>
          <a:r>
            <a:rPr lang="en-US" dirty="0">
              <a:latin typeface="Calibri Light" panose="020F0302020204030204"/>
            </a:rPr>
            <a:t> a </a:t>
          </a:r>
          <a:r>
            <a:rPr lang="en-US" dirty="0" err="1">
              <a:latin typeface="Calibri Light" panose="020F0302020204030204"/>
            </a:rPr>
            <a:t>una</a:t>
          </a:r>
          <a:r>
            <a:rPr lang="en-US" dirty="0">
              <a:latin typeface="Calibri Light" panose="020F0302020204030204"/>
            </a:rPr>
            <a:t> </a:t>
          </a:r>
          <a:r>
            <a:rPr lang="en-US" dirty="0"/>
            <a:t>caracteristica.</a:t>
          </a:r>
          <a:r>
            <a:rPr lang="en-US" dirty="0">
              <a:latin typeface="Calibri Light" panose="020F0302020204030204"/>
            </a:rPr>
            <a:t> </a:t>
          </a:r>
          <a:r>
            <a:rPr lang="en-US" dirty="0"/>
            <a:t>Nodos de </a:t>
          </a:r>
          <a:r>
            <a:rPr lang="en-US" dirty="0" err="1"/>
            <a:t>clase</a:t>
          </a:r>
          <a:r>
            <a:rPr lang="en-US" dirty="0"/>
            <a:t> o </a:t>
          </a:r>
          <a:r>
            <a:rPr lang="en-US" dirty="0" err="1"/>
            <a:t>terminales</a:t>
          </a:r>
          <a:r>
            <a:rPr lang="en-US" dirty="0"/>
            <a:t>. </a:t>
          </a:r>
          <a:r>
            <a:rPr lang="en-US" dirty="0" err="1"/>
            <a:t>Representan</a:t>
          </a:r>
          <a:r>
            <a:rPr lang="en-US" dirty="0"/>
            <a:t> las </a:t>
          </a:r>
          <a:r>
            <a:rPr lang="en-US" dirty="0" err="1"/>
            <a:t>clases</a:t>
          </a:r>
          <a:r>
            <a:rPr lang="en-US" dirty="0"/>
            <a:t> que </a:t>
          </a:r>
          <a:r>
            <a:rPr lang="en-US" dirty="0" err="1"/>
            <a:t>eventualmente</a:t>
          </a:r>
          <a:r>
            <a:rPr lang="en-US" dirty="0">
              <a:latin typeface="Calibri Light" panose="020F0302020204030204"/>
            </a:rPr>
            <a:t> </a:t>
          </a:r>
          <a:r>
            <a:rPr lang="en-US" dirty="0" err="1"/>
            <a:t>cada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de </a:t>
          </a:r>
          <a:r>
            <a:rPr lang="en-US" dirty="0" err="1"/>
            <a:t>nuestras</a:t>
          </a:r>
          <a:r>
            <a:rPr lang="en-US" dirty="0"/>
            <a:t> </a:t>
          </a:r>
          <a:r>
            <a:rPr lang="en-US" dirty="0" err="1"/>
            <a:t>instancias</a:t>
          </a:r>
          <a:r>
            <a:rPr lang="en-US" dirty="0"/>
            <a:t> </a:t>
          </a:r>
          <a:r>
            <a:rPr lang="en-US" dirty="0" err="1"/>
            <a:t>tendra</a:t>
          </a:r>
          <a:r>
            <a:rPr lang="en-US" dirty="0"/>
            <a:t>.</a:t>
          </a:r>
          <a:r>
            <a:rPr lang="en-US" dirty="0">
              <a:latin typeface="Calibri Light" panose="020F0302020204030204"/>
            </a:rPr>
            <a:t> </a:t>
          </a:r>
        </a:p>
      </dgm:t>
    </dgm:pt>
    <dgm:pt modelId="{DCBBB650-1F94-491C-B708-E2C397828E4B}" type="parTrans" cxnId="{43F24425-68A7-4306-AB6B-A1A4C16532C5}">
      <dgm:prSet/>
      <dgm:spPr/>
    </dgm:pt>
    <dgm:pt modelId="{752E15AD-BF89-4162-90D9-528CF402B8A3}" type="sibTrans" cxnId="{43F24425-68A7-4306-AB6B-A1A4C16532C5}">
      <dgm:prSet phldrT="01" phldr="0"/>
      <dgm:spPr/>
      <dgm:t>
        <a:bodyPr/>
        <a:lstStyle/>
        <a:p>
          <a:r>
            <a:rPr lang="es-ES"/>
            <a:t>01</a:t>
          </a:r>
        </a:p>
      </dgm:t>
    </dgm:pt>
    <dgm:pt modelId="{707E6794-F653-4B8B-973C-DE5EDB1FD354}" type="pres">
      <dgm:prSet presAssocID="{76CB0FFF-2E0D-49BC-88D8-8E9597C10415}" presName="Name0" presStyleCnt="0">
        <dgm:presLayoutVars>
          <dgm:animLvl val="lvl"/>
          <dgm:resizeHandles val="exact"/>
        </dgm:presLayoutVars>
      </dgm:prSet>
      <dgm:spPr/>
    </dgm:pt>
    <dgm:pt modelId="{C2375882-358B-4E4E-AF57-9FE839B560D3}" type="pres">
      <dgm:prSet presAssocID="{9DD7AAA9-8B14-43AE-ACC3-3DF51DDA9956}" presName="compositeNode" presStyleCnt="0">
        <dgm:presLayoutVars>
          <dgm:bulletEnabled val="1"/>
        </dgm:presLayoutVars>
      </dgm:prSet>
      <dgm:spPr/>
    </dgm:pt>
    <dgm:pt modelId="{E66D2F4A-92B4-4376-B81D-5D0F5AAECB1D}" type="pres">
      <dgm:prSet presAssocID="{9DD7AAA9-8B14-43AE-ACC3-3DF51DDA9956}" presName="bgRect" presStyleLbl="alignNode1" presStyleIdx="0" presStyleCnt="1"/>
      <dgm:spPr/>
    </dgm:pt>
    <dgm:pt modelId="{3E4743DA-4216-4131-A3D4-736342535992}" type="pres">
      <dgm:prSet presAssocID="{752E15AD-BF89-4162-90D9-528CF402B8A3}" presName="sibTransNodeRect" presStyleLbl="alignNode1" presStyleIdx="0" presStyleCnt="1">
        <dgm:presLayoutVars>
          <dgm:chMax val="0"/>
          <dgm:bulletEnabled val="1"/>
        </dgm:presLayoutVars>
      </dgm:prSet>
      <dgm:spPr/>
    </dgm:pt>
    <dgm:pt modelId="{07CCF90E-55AF-43BC-845F-93128C88F9A5}" type="pres">
      <dgm:prSet presAssocID="{9DD7AAA9-8B14-43AE-ACC3-3DF51DDA9956}" presName="nodeRect" presStyleLbl="alignNode1" presStyleIdx="0" presStyleCnt="1">
        <dgm:presLayoutVars>
          <dgm:bulletEnabled val="1"/>
        </dgm:presLayoutVars>
      </dgm:prSet>
      <dgm:spPr/>
    </dgm:pt>
  </dgm:ptLst>
  <dgm:cxnLst>
    <dgm:cxn modelId="{65425303-A6D1-41D5-A803-953B9F60D269}" type="presOf" srcId="{9DD7AAA9-8B14-43AE-ACC3-3DF51DDA9956}" destId="{E66D2F4A-92B4-4376-B81D-5D0F5AAECB1D}" srcOrd="0" destOrd="0" presId="urn:microsoft.com/office/officeart/2016/7/layout/LinearBlockProcessNumbered"/>
    <dgm:cxn modelId="{43F24425-68A7-4306-AB6B-A1A4C16532C5}" srcId="{76CB0FFF-2E0D-49BC-88D8-8E9597C10415}" destId="{9DD7AAA9-8B14-43AE-ACC3-3DF51DDA9956}" srcOrd="0" destOrd="0" parTransId="{DCBBB650-1F94-491C-B708-E2C397828E4B}" sibTransId="{752E15AD-BF89-4162-90D9-528CF402B8A3}"/>
    <dgm:cxn modelId="{3804C171-BB9E-4F27-AEF6-6EF6C8E0F8B8}" type="presOf" srcId="{76CB0FFF-2E0D-49BC-88D8-8E9597C10415}" destId="{707E6794-F653-4B8B-973C-DE5EDB1FD354}" srcOrd="0" destOrd="0" presId="urn:microsoft.com/office/officeart/2016/7/layout/LinearBlockProcessNumbered"/>
    <dgm:cxn modelId="{A4200B7F-3479-443A-8160-E51C15676BFA}" type="presOf" srcId="{752E15AD-BF89-4162-90D9-528CF402B8A3}" destId="{3E4743DA-4216-4131-A3D4-736342535992}" srcOrd="0" destOrd="0" presId="urn:microsoft.com/office/officeart/2016/7/layout/LinearBlockProcessNumbered"/>
    <dgm:cxn modelId="{6D38FCDA-53CA-4FC4-9FD7-4C2B510AD105}" type="presOf" srcId="{9DD7AAA9-8B14-43AE-ACC3-3DF51DDA9956}" destId="{07CCF90E-55AF-43BC-845F-93128C88F9A5}" srcOrd="1" destOrd="0" presId="urn:microsoft.com/office/officeart/2016/7/layout/LinearBlockProcessNumbered"/>
    <dgm:cxn modelId="{F7CA800C-678E-4AFF-BB2A-818C5FE8E48C}" type="presParOf" srcId="{707E6794-F653-4B8B-973C-DE5EDB1FD354}" destId="{C2375882-358B-4E4E-AF57-9FE839B560D3}" srcOrd="0" destOrd="0" presId="urn:microsoft.com/office/officeart/2016/7/layout/LinearBlockProcessNumbered"/>
    <dgm:cxn modelId="{77B56EF5-31A6-4E5C-9732-B4A6F59E2D12}" type="presParOf" srcId="{C2375882-358B-4E4E-AF57-9FE839B560D3}" destId="{E66D2F4A-92B4-4376-B81D-5D0F5AAECB1D}" srcOrd="0" destOrd="0" presId="urn:microsoft.com/office/officeart/2016/7/layout/LinearBlockProcessNumbered"/>
    <dgm:cxn modelId="{C4E3BF35-19A6-4D5F-82AA-15AEBBD939FD}" type="presParOf" srcId="{C2375882-358B-4E4E-AF57-9FE839B560D3}" destId="{3E4743DA-4216-4131-A3D4-736342535992}" srcOrd="1" destOrd="0" presId="urn:microsoft.com/office/officeart/2016/7/layout/LinearBlockProcessNumbered"/>
    <dgm:cxn modelId="{9CE44467-0A23-4821-8F2F-4B7210E81A2E}" type="presParOf" srcId="{C2375882-358B-4E4E-AF57-9FE839B560D3}" destId="{07CCF90E-55AF-43BC-845F-93128C88F9A5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75C7DF-DA4D-41A6-9006-44D1210FFF84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68D25B3E-7CC7-4747-B457-63743755747C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dirty="0"/>
            <a:t>Fácil interpretación: Los árboles son intuitivos y se pueden explicar fácilmente a usuarios no técnicos.</a:t>
          </a:r>
          <a:endParaRPr lang="en-US" dirty="0"/>
        </a:p>
      </dgm:t>
    </dgm:pt>
    <dgm:pt modelId="{3A1CE881-C9A7-4239-909A-3A44626A0C9A}" type="parTrans" cxnId="{D2E9A242-12C5-4DC2-9F4B-13ACC40961C2}">
      <dgm:prSet/>
      <dgm:spPr/>
      <dgm:t>
        <a:bodyPr/>
        <a:lstStyle/>
        <a:p>
          <a:endParaRPr lang="en-US"/>
        </a:p>
      </dgm:t>
    </dgm:pt>
    <dgm:pt modelId="{FF51BC41-95E7-42B3-BD8B-168F61BD4903}" type="sibTrans" cxnId="{D2E9A242-12C5-4DC2-9F4B-13ACC40961C2}">
      <dgm:prSet/>
      <dgm:spPr/>
      <dgm:t>
        <a:bodyPr/>
        <a:lstStyle/>
        <a:p>
          <a:endParaRPr lang="en-US"/>
        </a:p>
      </dgm:t>
    </dgm:pt>
    <dgm:pt modelId="{7B640417-B3E7-4AE0-BFBA-41499B6B6729}">
      <dgm:prSet/>
      <dgm:spPr/>
      <dgm:t>
        <a:bodyPr/>
        <a:lstStyle/>
        <a:p>
          <a:r>
            <a:rPr lang="es-MX" dirty="0"/>
            <a:t>Flexibilidad: Pueden manejar tanto variables categóricas como numéricas.</a:t>
          </a:r>
        </a:p>
        <a:p>
          <a:r>
            <a:rPr lang="es-MX" dirty="0"/>
            <a:t>No requieren normalización: No es necesario escalar o normalizar los datos.</a:t>
          </a:r>
        </a:p>
        <a:p>
          <a:r>
            <a:rPr lang="es-MX" dirty="0"/>
            <a:t>Rápida ejecución: Son eficientes en el entrenamiento y la predicción con datos pequeños y medianos.</a:t>
          </a:r>
          <a:endParaRPr lang="en-US" dirty="0"/>
        </a:p>
      </dgm:t>
    </dgm:pt>
    <dgm:pt modelId="{A3CABDF9-2725-47B6-8C8F-EA914D035912}" type="parTrans" cxnId="{776DDCEE-3D0C-4C48-8FAD-7B22AAA4A33D}">
      <dgm:prSet/>
      <dgm:spPr/>
      <dgm:t>
        <a:bodyPr/>
        <a:lstStyle/>
        <a:p>
          <a:endParaRPr lang="en-US"/>
        </a:p>
      </dgm:t>
    </dgm:pt>
    <dgm:pt modelId="{D362E2DA-2700-4C8E-9404-B20ACD17A542}" type="sibTrans" cxnId="{776DDCEE-3D0C-4C48-8FAD-7B22AAA4A33D}">
      <dgm:prSet/>
      <dgm:spPr/>
      <dgm:t>
        <a:bodyPr/>
        <a:lstStyle/>
        <a:p>
          <a:endParaRPr lang="en-US"/>
        </a:p>
      </dgm:t>
    </dgm:pt>
    <dgm:pt modelId="{E236F16B-B0CA-4DFF-B1B2-B48DCC5B9CAD}">
      <dgm:prSet/>
      <dgm:spPr/>
      <dgm:t>
        <a:bodyPr/>
        <a:lstStyle/>
        <a:p>
          <a:r>
            <a:rPr lang="es-MX" dirty="0"/>
            <a:t>Importancia de variables: Proveen métricas que identifican las características más relevantes.</a:t>
          </a:r>
          <a:endParaRPr lang="en-US" dirty="0"/>
        </a:p>
      </dgm:t>
    </dgm:pt>
    <dgm:pt modelId="{9874D530-0D38-4F35-9A9B-396F659216E9}" type="parTrans" cxnId="{5ED7D01E-6288-43BE-A95F-2C73CCA06A0F}">
      <dgm:prSet/>
      <dgm:spPr/>
      <dgm:t>
        <a:bodyPr/>
        <a:lstStyle/>
        <a:p>
          <a:endParaRPr lang="es-MX"/>
        </a:p>
      </dgm:t>
    </dgm:pt>
    <dgm:pt modelId="{BC0D9E95-3D1D-4989-960F-45FB2AFDC0B6}" type="sibTrans" cxnId="{5ED7D01E-6288-43BE-A95F-2C73CCA06A0F}">
      <dgm:prSet/>
      <dgm:spPr/>
      <dgm:t>
        <a:bodyPr/>
        <a:lstStyle/>
        <a:p>
          <a:endParaRPr lang="es-MX"/>
        </a:p>
      </dgm:t>
    </dgm:pt>
    <dgm:pt modelId="{562B8C7C-1D51-4B1E-81AD-CB068D898ADC}" type="pres">
      <dgm:prSet presAssocID="{3375C7DF-DA4D-41A6-9006-44D1210FFF84}" presName="linear" presStyleCnt="0">
        <dgm:presLayoutVars>
          <dgm:animLvl val="lvl"/>
          <dgm:resizeHandles val="exact"/>
        </dgm:presLayoutVars>
      </dgm:prSet>
      <dgm:spPr/>
    </dgm:pt>
    <dgm:pt modelId="{7653DA2A-57D3-4859-A317-FC64DA706B91}" type="pres">
      <dgm:prSet presAssocID="{68D25B3E-7CC7-4747-B457-63743755747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FC008FB-2BC4-4464-B6DE-8B46271F840F}" type="pres">
      <dgm:prSet presAssocID="{FF51BC41-95E7-42B3-BD8B-168F61BD4903}" presName="spacer" presStyleCnt="0"/>
      <dgm:spPr/>
    </dgm:pt>
    <dgm:pt modelId="{0477A6A7-0E0D-4795-BCE0-E892013EE5D4}" type="pres">
      <dgm:prSet presAssocID="{7B640417-B3E7-4AE0-BFBA-41499B6B672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852266-567D-427C-8650-07E190BBB886}" type="pres">
      <dgm:prSet presAssocID="{D362E2DA-2700-4C8E-9404-B20ACD17A542}" presName="spacer" presStyleCnt="0"/>
      <dgm:spPr/>
    </dgm:pt>
    <dgm:pt modelId="{03DE58C8-24A0-4CAE-A1B1-864C08ACC7D2}" type="pres">
      <dgm:prSet presAssocID="{E236F16B-B0CA-4DFF-B1B2-B48DCC5B9CA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ED7D01E-6288-43BE-A95F-2C73CCA06A0F}" srcId="{3375C7DF-DA4D-41A6-9006-44D1210FFF84}" destId="{E236F16B-B0CA-4DFF-B1B2-B48DCC5B9CAD}" srcOrd="2" destOrd="0" parTransId="{9874D530-0D38-4F35-9A9B-396F659216E9}" sibTransId="{BC0D9E95-3D1D-4989-960F-45FB2AFDC0B6}"/>
    <dgm:cxn modelId="{D2E9A242-12C5-4DC2-9F4B-13ACC40961C2}" srcId="{3375C7DF-DA4D-41A6-9006-44D1210FFF84}" destId="{68D25B3E-7CC7-4747-B457-63743755747C}" srcOrd="0" destOrd="0" parTransId="{3A1CE881-C9A7-4239-909A-3A44626A0C9A}" sibTransId="{FF51BC41-95E7-42B3-BD8B-168F61BD4903}"/>
    <dgm:cxn modelId="{13CD196C-8AAC-4592-B80A-9B8DC0765E96}" type="presOf" srcId="{3375C7DF-DA4D-41A6-9006-44D1210FFF84}" destId="{562B8C7C-1D51-4B1E-81AD-CB068D898ADC}" srcOrd="0" destOrd="0" presId="urn:microsoft.com/office/officeart/2005/8/layout/vList2"/>
    <dgm:cxn modelId="{5B58F27C-31BA-4376-8A33-D3CB35E5490B}" type="presOf" srcId="{E236F16B-B0CA-4DFF-B1B2-B48DCC5B9CAD}" destId="{03DE58C8-24A0-4CAE-A1B1-864C08ACC7D2}" srcOrd="0" destOrd="0" presId="urn:microsoft.com/office/officeart/2005/8/layout/vList2"/>
    <dgm:cxn modelId="{7C85A889-6890-4909-B633-29EDE1CA1421}" type="presOf" srcId="{68D25B3E-7CC7-4747-B457-63743755747C}" destId="{7653DA2A-57D3-4859-A317-FC64DA706B91}" srcOrd="0" destOrd="0" presId="urn:microsoft.com/office/officeart/2005/8/layout/vList2"/>
    <dgm:cxn modelId="{26E3C6D3-2575-424A-8B30-CA0807D46D2B}" type="presOf" srcId="{7B640417-B3E7-4AE0-BFBA-41499B6B6729}" destId="{0477A6A7-0E0D-4795-BCE0-E892013EE5D4}" srcOrd="0" destOrd="0" presId="urn:microsoft.com/office/officeart/2005/8/layout/vList2"/>
    <dgm:cxn modelId="{776DDCEE-3D0C-4C48-8FAD-7B22AAA4A33D}" srcId="{3375C7DF-DA4D-41A6-9006-44D1210FFF84}" destId="{7B640417-B3E7-4AE0-BFBA-41499B6B6729}" srcOrd="1" destOrd="0" parTransId="{A3CABDF9-2725-47B6-8C8F-EA914D035912}" sibTransId="{D362E2DA-2700-4C8E-9404-B20ACD17A542}"/>
    <dgm:cxn modelId="{ACA85BC8-1759-4A4C-8570-B60CE036F084}" type="presParOf" srcId="{562B8C7C-1D51-4B1E-81AD-CB068D898ADC}" destId="{7653DA2A-57D3-4859-A317-FC64DA706B91}" srcOrd="0" destOrd="0" presId="urn:microsoft.com/office/officeart/2005/8/layout/vList2"/>
    <dgm:cxn modelId="{0220958C-FC1A-41A2-8EF1-40C96F378562}" type="presParOf" srcId="{562B8C7C-1D51-4B1E-81AD-CB068D898ADC}" destId="{4FC008FB-2BC4-4464-B6DE-8B46271F840F}" srcOrd="1" destOrd="0" presId="urn:microsoft.com/office/officeart/2005/8/layout/vList2"/>
    <dgm:cxn modelId="{3E7F1F9A-5776-42C4-B9C4-38B3232ED897}" type="presParOf" srcId="{562B8C7C-1D51-4B1E-81AD-CB068D898ADC}" destId="{0477A6A7-0E0D-4795-BCE0-E892013EE5D4}" srcOrd="2" destOrd="0" presId="urn:microsoft.com/office/officeart/2005/8/layout/vList2"/>
    <dgm:cxn modelId="{DE82A8F8-EC29-47FE-9565-A12DB084A4BF}" type="presParOf" srcId="{562B8C7C-1D51-4B1E-81AD-CB068D898ADC}" destId="{39852266-567D-427C-8650-07E190BBB886}" srcOrd="3" destOrd="0" presId="urn:microsoft.com/office/officeart/2005/8/layout/vList2"/>
    <dgm:cxn modelId="{EF64F556-71F9-4CD1-980C-48951EC8AD05}" type="presParOf" srcId="{562B8C7C-1D51-4B1E-81AD-CB068D898ADC}" destId="{03DE58C8-24A0-4CAE-A1B1-864C08ACC7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75C7DF-DA4D-41A6-9006-44D1210FFF84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68D25B3E-7CC7-4747-B457-63743755747C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dirty="0"/>
            <a:t>Sobreajuste: Los árboles de decisión tienden a </a:t>
          </a:r>
          <a:r>
            <a:rPr lang="es-MX" dirty="0" err="1"/>
            <a:t>sobreajustarse</a:t>
          </a:r>
          <a:r>
            <a:rPr lang="es-MX" dirty="0"/>
            <a:t> al conjunto de entrenamiento si no se podan o se controlan adecuadamente.</a:t>
          </a:r>
        </a:p>
        <a:p>
          <a:r>
            <a:rPr lang="es-MX" dirty="0"/>
            <a:t>Inestabilidad: Pequeños cambios en los datos pueden generar árboles significativamente diferentes.</a:t>
          </a:r>
          <a:endParaRPr lang="en-US" dirty="0"/>
        </a:p>
      </dgm:t>
    </dgm:pt>
    <dgm:pt modelId="{3A1CE881-C9A7-4239-909A-3A44626A0C9A}" type="parTrans" cxnId="{D2E9A242-12C5-4DC2-9F4B-13ACC40961C2}">
      <dgm:prSet/>
      <dgm:spPr/>
      <dgm:t>
        <a:bodyPr/>
        <a:lstStyle/>
        <a:p>
          <a:endParaRPr lang="en-US"/>
        </a:p>
      </dgm:t>
    </dgm:pt>
    <dgm:pt modelId="{FF51BC41-95E7-42B3-BD8B-168F61BD4903}" type="sibTrans" cxnId="{D2E9A242-12C5-4DC2-9F4B-13ACC40961C2}">
      <dgm:prSet/>
      <dgm:spPr/>
      <dgm:t>
        <a:bodyPr/>
        <a:lstStyle/>
        <a:p>
          <a:endParaRPr lang="en-US"/>
        </a:p>
      </dgm:t>
    </dgm:pt>
    <dgm:pt modelId="{7B640417-B3E7-4AE0-BFBA-41499B6B6729}">
      <dgm:prSet/>
      <dgm:spPr/>
      <dgm:t>
        <a:bodyPr/>
        <a:lstStyle/>
        <a:p>
          <a:r>
            <a:rPr lang="es-MX" dirty="0"/>
            <a:t>Rendimiento limitado en problemas complejos: Aunque funcionan bien con datos simples, pueden ser superados por modelos como </a:t>
          </a:r>
          <a:r>
            <a:rPr lang="es-MX" dirty="0" err="1"/>
            <a:t>Random</a:t>
          </a:r>
          <a:r>
            <a:rPr lang="es-MX" dirty="0"/>
            <a:t> </a:t>
          </a:r>
          <a:r>
            <a:rPr lang="es-MX" dirty="0" err="1"/>
            <a:t>Forests</a:t>
          </a:r>
          <a:r>
            <a:rPr lang="es-MX" dirty="0"/>
            <a:t> o </a:t>
          </a:r>
          <a:r>
            <a:rPr lang="es-MX" dirty="0" err="1"/>
            <a:t>Gradient</a:t>
          </a:r>
          <a:r>
            <a:rPr lang="es-MX" dirty="0"/>
            <a:t> </a:t>
          </a:r>
          <a:r>
            <a:rPr lang="es-MX" dirty="0" err="1"/>
            <a:t>Boosting</a:t>
          </a:r>
          <a:r>
            <a:rPr lang="es-MX" dirty="0"/>
            <a:t> en escenarios complejos.</a:t>
          </a:r>
        </a:p>
        <a:p>
          <a:r>
            <a:rPr lang="es-MX" dirty="0"/>
            <a:t>No son ideales para grandes </a:t>
          </a:r>
          <a:r>
            <a:rPr lang="es-MX" dirty="0" err="1"/>
            <a:t>datasets</a:t>
          </a:r>
          <a:r>
            <a:rPr lang="es-MX" dirty="0"/>
            <a:t>: Pueden volverse lentos e ineficientes con datos muy grandes o características de alta dimensión.</a:t>
          </a:r>
          <a:endParaRPr lang="en-US" dirty="0"/>
        </a:p>
      </dgm:t>
    </dgm:pt>
    <dgm:pt modelId="{A3CABDF9-2725-47B6-8C8F-EA914D035912}" type="parTrans" cxnId="{776DDCEE-3D0C-4C48-8FAD-7B22AAA4A33D}">
      <dgm:prSet/>
      <dgm:spPr/>
      <dgm:t>
        <a:bodyPr/>
        <a:lstStyle/>
        <a:p>
          <a:endParaRPr lang="en-US"/>
        </a:p>
      </dgm:t>
    </dgm:pt>
    <dgm:pt modelId="{D362E2DA-2700-4C8E-9404-B20ACD17A542}" type="sibTrans" cxnId="{776DDCEE-3D0C-4C48-8FAD-7B22AAA4A33D}">
      <dgm:prSet/>
      <dgm:spPr/>
      <dgm:t>
        <a:bodyPr/>
        <a:lstStyle/>
        <a:p>
          <a:endParaRPr lang="en-US"/>
        </a:p>
      </dgm:t>
    </dgm:pt>
    <dgm:pt modelId="{562B8C7C-1D51-4B1E-81AD-CB068D898ADC}" type="pres">
      <dgm:prSet presAssocID="{3375C7DF-DA4D-41A6-9006-44D1210FFF84}" presName="linear" presStyleCnt="0">
        <dgm:presLayoutVars>
          <dgm:animLvl val="lvl"/>
          <dgm:resizeHandles val="exact"/>
        </dgm:presLayoutVars>
      </dgm:prSet>
      <dgm:spPr/>
    </dgm:pt>
    <dgm:pt modelId="{7653DA2A-57D3-4859-A317-FC64DA706B91}" type="pres">
      <dgm:prSet presAssocID="{68D25B3E-7CC7-4747-B457-63743755747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FC008FB-2BC4-4464-B6DE-8B46271F840F}" type="pres">
      <dgm:prSet presAssocID="{FF51BC41-95E7-42B3-BD8B-168F61BD4903}" presName="spacer" presStyleCnt="0"/>
      <dgm:spPr/>
    </dgm:pt>
    <dgm:pt modelId="{0477A6A7-0E0D-4795-BCE0-E892013EE5D4}" type="pres">
      <dgm:prSet presAssocID="{7B640417-B3E7-4AE0-BFBA-41499B6B672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2E9A242-12C5-4DC2-9F4B-13ACC40961C2}" srcId="{3375C7DF-DA4D-41A6-9006-44D1210FFF84}" destId="{68D25B3E-7CC7-4747-B457-63743755747C}" srcOrd="0" destOrd="0" parTransId="{3A1CE881-C9A7-4239-909A-3A44626A0C9A}" sibTransId="{FF51BC41-95E7-42B3-BD8B-168F61BD4903}"/>
    <dgm:cxn modelId="{13CD196C-8AAC-4592-B80A-9B8DC0765E96}" type="presOf" srcId="{3375C7DF-DA4D-41A6-9006-44D1210FFF84}" destId="{562B8C7C-1D51-4B1E-81AD-CB068D898ADC}" srcOrd="0" destOrd="0" presId="urn:microsoft.com/office/officeart/2005/8/layout/vList2"/>
    <dgm:cxn modelId="{7C85A889-6890-4909-B633-29EDE1CA1421}" type="presOf" srcId="{68D25B3E-7CC7-4747-B457-63743755747C}" destId="{7653DA2A-57D3-4859-A317-FC64DA706B91}" srcOrd="0" destOrd="0" presId="urn:microsoft.com/office/officeart/2005/8/layout/vList2"/>
    <dgm:cxn modelId="{26E3C6D3-2575-424A-8B30-CA0807D46D2B}" type="presOf" srcId="{7B640417-B3E7-4AE0-BFBA-41499B6B6729}" destId="{0477A6A7-0E0D-4795-BCE0-E892013EE5D4}" srcOrd="0" destOrd="0" presId="urn:microsoft.com/office/officeart/2005/8/layout/vList2"/>
    <dgm:cxn modelId="{776DDCEE-3D0C-4C48-8FAD-7B22AAA4A33D}" srcId="{3375C7DF-DA4D-41A6-9006-44D1210FFF84}" destId="{7B640417-B3E7-4AE0-BFBA-41499B6B6729}" srcOrd="1" destOrd="0" parTransId="{A3CABDF9-2725-47B6-8C8F-EA914D035912}" sibTransId="{D362E2DA-2700-4C8E-9404-B20ACD17A542}"/>
    <dgm:cxn modelId="{ACA85BC8-1759-4A4C-8570-B60CE036F084}" type="presParOf" srcId="{562B8C7C-1D51-4B1E-81AD-CB068D898ADC}" destId="{7653DA2A-57D3-4859-A317-FC64DA706B91}" srcOrd="0" destOrd="0" presId="urn:microsoft.com/office/officeart/2005/8/layout/vList2"/>
    <dgm:cxn modelId="{0220958C-FC1A-41A2-8EF1-40C96F378562}" type="presParOf" srcId="{562B8C7C-1D51-4B1E-81AD-CB068D898ADC}" destId="{4FC008FB-2BC4-4464-B6DE-8B46271F840F}" srcOrd="1" destOrd="0" presId="urn:microsoft.com/office/officeart/2005/8/layout/vList2"/>
    <dgm:cxn modelId="{3E7F1F9A-5776-42C4-B9C4-38B3232ED897}" type="presParOf" srcId="{562B8C7C-1D51-4B1E-81AD-CB068D898ADC}" destId="{0477A6A7-0E0D-4795-BCE0-E892013EE5D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09AA85-5CA4-42BC-93A8-EE9793525B15}">
      <dsp:nvSpPr>
        <dsp:cNvPr id="0" name=""/>
        <dsp:cNvSpPr/>
      </dsp:nvSpPr>
      <dsp:spPr>
        <a:xfrm>
          <a:off x="1547216" y="868"/>
          <a:ext cx="3114671" cy="19778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5942A-41BF-46AE-9B10-C42711B52E58}">
      <dsp:nvSpPr>
        <dsp:cNvPr id="0" name=""/>
        <dsp:cNvSpPr/>
      </dsp:nvSpPr>
      <dsp:spPr>
        <a:xfrm>
          <a:off x="1893291" y="329639"/>
          <a:ext cx="3114671" cy="19778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Los árboles de decisión son modelos predictivos utilizados en machine </a:t>
          </a:r>
          <a:r>
            <a:rPr lang="es-MX" sz="1500" kern="1200" dirty="0" err="1"/>
            <a:t>learning</a:t>
          </a:r>
          <a:r>
            <a:rPr lang="es-MX" sz="1500" kern="1200" dirty="0"/>
            <a:t> que representan decisiones y sus posibles consecuencias en forma gráfica.</a:t>
          </a:r>
          <a:endParaRPr lang="en-US" sz="1500" kern="1200" dirty="0"/>
        </a:p>
      </dsp:txBody>
      <dsp:txXfrm>
        <a:off x="1951219" y="387567"/>
        <a:ext cx="2998815" cy="1861960"/>
      </dsp:txXfrm>
    </dsp:sp>
    <dsp:sp modelId="{4FFF1E97-13F5-4B36-A2F4-44EAFB02F7B4}">
      <dsp:nvSpPr>
        <dsp:cNvPr id="0" name=""/>
        <dsp:cNvSpPr/>
      </dsp:nvSpPr>
      <dsp:spPr>
        <a:xfrm>
          <a:off x="5354037" y="868"/>
          <a:ext cx="3114671" cy="19778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AA9C3-B3BF-4453-A7FA-C58DCC221BAA}">
      <dsp:nvSpPr>
        <dsp:cNvPr id="0" name=""/>
        <dsp:cNvSpPr/>
      </dsp:nvSpPr>
      <dsp:spPr>
        <a:xfrm>
          <a:off x="5700111" y="329639"/>
          <a:ext cx="3114671" cy="19778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>
              <a:latin typeface="Calibri Light" panose="020F0302020204030204"/>
            </a:rPr>
            <a:t>Cada nodo interno del árbol representa una prueba sobre un atributo, cada rama representa el resultado de la prueba, y cada nodo hoja representa una etiqueta o valor de predicción. Son especialmente útiles en problemas de clasificación y regresión.</a:t>
          </a:r>
          <a:endParaRPr lang="en-US" sz="1500" kern="1200" dirty="0"/>
        </a:p>
      </dsp:txBody>
      <dsp:txXfrm>
        <a:off x="5758039" y="387567"/>
        <a:ext cx="2998815" cy="1861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A1D1D5-7C92-481F-94C4-AEB03D9E70A7}">
      <dsp:nvSpPr>
        <dsp:cNvPr id="0" name=""/>
        <dsp:cNvSpPr/>
      </dsp:nvSpPr>
      <dsp:spPr>
        <a:xfrm>
          <a:off x="5661406" y="2065968"/>
          <a:ext cx="3522978" cy="558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855"/>
              </a:lnTo>
              <a:lnTo>
                <a:pt x="3522978" y="380855"/>
              </a:lnTo>
              <a:lnTo>
                <a:pt x="3522978" y="55887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538893-80E3-4FE6-B947-21A30815252D}">
      <dsp:nvSpPr>
        <dsp:cNvPr id="0" name=""/>
        <dsp:cNvSpPr/>
      </dsp:nvSpPr>
      <dsp:spPr>
        <a:xfrm>
          <a:off x="5661406" y="2065968"/>
          <a:ext cx="1174326" cy="558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855"/>
              </a:lnTo>
              <a:lnTo>
                <a:pt x="1174326" y="380855"/>
              </a:lnTo>
              <a:lnTo>
                <a:pt x="1174326" y="55887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269B70-E809-442A-9E62-5E458320AE99}">
      <dsp:nvSpPr>
        <dsp:cNvPr id="0" name=""/>
        <dsp:cNvSpPr/>
      </dsp:nvSpPr>
      <dsp:spPr>
        <a:xfrm>
          <a:off x="4487079" y="2065968"/>
          <a:ext cx="1174326" cy="558872"/>
        </a:xfrm>
        <a:custGeom>
          <a:avLst/>
          <a:gdLst/>
          <a:ahLst/>
          <a:cxnLst/>
          <a:rect l="0" t="0" r="0" b="0"/>
          <a:pathLst>
            <a:path>
              <a:moveTo>
                <a:pt x="1174326" y="0"/>
              </a:moveTo>
              <a:lnTo>
                <a:pt x="1174326" y="380855"/>
              </a:lnTo>
              <a:lnTo>
                <a:pt x="0" y="380855"/>
              </a:lnTo>
              <a:lnTo>
                <a:pt x="0" y="55887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E71B9F-C122-4211-87BA-F7940EA18918}">
      <dsp:nvSpPr>
        <dsp:cNvPr id="0" name=""/>
        <dsp:cNvSpPr/>
      </dsp:nvSpPr>
      <dsp:spPr>
        <a:xfrm>
          <a:off x="2138427" y="2065968"/>
          <a:ext cx="3522978" cy="558872"/>
        </a:xfrm>
        <a:custGeom>
          <a:avLst/>
          <a:gdLst/>
          <a:ahLst/>
          <a:cxnLst/>
          <a:rect l="0" t="0" r="0" b="0"/>
          <a:pathLst>
            <a:path>
              <a:moveTo>
                <a:pt x="3522978" y="0"/>
              </a:moveTo>
              <a:lnTo>
                <a:pt x="3522978" y="380855"/>
              </a:lnTo>
              <a:lnTo>
                <a:pt x="0" y="380855"/>
              </a:lnTo>
              <a:lnTo>
                <a:pt x="0" y="55887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D69DE0-3496-4BB6-AB3A-4CD7743096EE}">
      <dsp:nvSpPr>
        <dsp:cNvPr id="0" name=""/>
        <dsp:cNvSpPr/>
      </dsp:nvSpPr>
      <dsp:spPr>
        <a:xfrm>
          <a:off x="3288" y="845736"/>
          <a:ext cx="1921624" cy="12202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52040-7C3D-4878-BB1C-1F755F43CB99}">
      <dsp:nvSpPr>
        <dsp:cNvPr id="0" name=""/>
        <dsp:cNvSpPr/>
      </dsp:nvSpPr>
      <dsp:spPr>
        <a:xfrm>
          <a:off x="216802" y="1048574"/>
          <a:ext cx="1921624" cy="1220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Utilizamos mentalmente estructuras de árbol de decisión constantemente en nuestra vida diaria sin darnos cuenta:</a:t>
          </a:r>
          <a:endParaRPr lang="en-US" sz="1200" kern="1200"/>
        </a:p>
      </dsp:txBody>
      <dsp:txXfrm>
        <a:off x="252541" y="1084313"/>
        <a:ext cx="1850146" cy="1148753"/>
      </dsp:txXfrm>
    </dsp:sp>
    <dsp:sp modelId="{513EFD6A-C5C0-46E0-BA41-9DF13524204C}">
      <dsp:nvSpPr>
        <dsp:cNvPr id="0" name=""/>
        <dsp:cNvSpPr/>
      </dsp:nvSpPr>
      <dsp:spPr>
        <a:xfrm>
          <a:off x="2351941" y="845736"/>
          <a:ext cx="1921624" cy="12202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CCD68-B1E4-4780-9F09-C326084427D4}">
      <dsp:nvSpPr>
        <dsp:cNvPr id="0" name=""/>
        <dsp:cNvSpPr/>
      </dsp:nvSpPr>
      <dsp:spPr>
        <a:xfrm>
          <a:off x="2565455" y="1048574"/>
          <a:ext cx="1921624" cy="1220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¿Llueve? =&gt; lleva paraguas. ¿Soleado? =&gt; lleva gafas de sol. ¿estoy cansado? =&gt; toma café. (decisiones del tipo </a:t>
          </a:r>
          <a:r>
            <a:rPr lang="es-MX" sz="1200" b="1" kern="1200"/>
            <a:t>IF THIS THEN THAT</a:t>
          </a:r>
          <a:r>
            <a:rPr lang="es-MX" sz="1200" kern="1200"/>
            <a:t>)</a:t>
          </a:r>
          <a:endParaRPr lang="en-US" sz="1200" kern="1200"/>
        </a:p>
      </dsp:txBody>
      <dsp:txXfrm>
        <a:off x="2601194" y="1084313"/>
        <a:ext cx="1850146" cy="1148753"/>
      </dsp:txXfrm>
    </dsp:sp>
    <dsp:sp modelId="{CBA2B3C1-D30B-4807-AE10-4008D49E59D6}">
      <dsp:nvSpPr>
        <dsp:cNvPr id="0" name=""/>
        <dsp:cNvSpPr/>
      </dsp:nvSpPr>
      <dsp:spPr>
        <a:xfrm>
          <a:off x="4700593" y="845736"/>
          <a:ext cx="1921624" cy="12202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F22ED-F31D-49F3-9710-42A15EB72CA5}">
      <dsp:nvSpPr>
        <dsp:cNvPr id="0" name=""/>
        <dsp:cNvSpPr/>
      </dsp:nvSpPr>
      <dsp:spPr>
        <a:xfrm>
          <a:off x="4914107" y="1048574"/>
          <a:ext cx="1921624" cy="1220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Otro ejemplo son los populares juegos de adivinanza:</a:t>
          </a:r>
          <a:endParaRPr lang="en-US" sz="1200" kern="1200"/>
        </a:p>
      </dsp:txBody>
      <dsp:txXfrm>
        <a:off x="4949846" y="1084313"/>
        <a:ext cx="1850146" cy="1148753"/>
      </dsp:txXfrm>
    </dsp:sp>
    <dsp:sp modelId="{E40B174E-061F-46F8-AB7B-130CDC7096AD}">
      <dsp:nvSpPr>
        <dsp:cNvPr id="0" name=""/>
        <dsp:cNvSpPr/>
      </dsp:nvSpPr>
      <dsp:spPr>
        <a:xfrm>
          <a:off x="1177614" y="2624840"/>
          <a:ext cx="1921624" cy="12202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75AEF-D734-43C5-98AD-DA4433C00D10}">
      <dsp:nvSpPr>
        <dsp:cNvPr id="0" name=""/>
        <dsp:cNvSpPr/>
      </dsp:nvSpPr>
      <dsp:spPr>
        <a:xfrm>
          <a:off x="1391128" y="2827678"/>
          <a:ext cx="1921624" cy="1220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¿Animal ó vegetal? -Animal</a:t>
          </a:r>
          <a:endParaRPr lang="en-US" sz="1200" kern="1200"/>
        </a:p>
      </dsp:txBody>
      <dsp:txXfrm>
        <a:off x="1426867" y="2863417"/>
        <a:ext cx="1850146" cy="1148753"/>
      </dsp:txXfrm>
    </dsp:sp>
    <dsp:sp modelId="{A6567469-1B4F-49C5-A536-8DF3FEDCE9AB}">
      <dsp:nvSpPr>
        <dsp:cNvPr id="0" name=""/>
        <dsp:cNvSpPr/>
      </dsp:nvSpPr>
      <dsp:spPr>
        <a:xfrm>
          <a:off x="3526267" y="2624840"/>
          <a:ext cx="1921624" cy="12202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349D07-45BC-4228-BAF9-3596B698E9AD}">
      <dsp:nvSpPr>
        <dsp:cNvPr id="0" name=""/>
        <dsp:cNvSpPr/>
      </dsp:nvSpPr>
      <dsp:spPr>
        <a:xfrm>
          <a:off x="3739781" y="2827678"/>
          <a:ext cx="1921624" cy="1220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¿Tiene cuatro patas? -Si</a:t>
          </a:r>
          <a:endParaRPr lang="en-US" sz="1200" kern="1200"/>
        </a:p>
      </dsp:txBody>
      <dsp:txXfrm>
        <a:off x="3775520" y="2863417"/>
        <a:ext cx="1850146" cy="1148753"/>
      </dsp:txXfrm>
    </dsp:sp>
    <dsp:sp modelId="{969536EC-F436-467F-B678-3EE7161C37E4}">
      <dsp:nvSpPr>
        <dsp:cNvPr id="0" name=""/>
        <dsp:cNvSpPr/>
      </dsp:nvSpPr>
      <dsp:spPr>
        <a:xfrm>
          <a:off x="5874920" y="2624840"/>
          <a:ext cx="1921624" cy="12202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F6861-F79A-46CD-9C9B-33A4133C03C0}">
      <dsp:nvSpPr>
        <dsp:cNvPr id="0" name=""/>
        <dsp:cNvSpPr/>
      </dsp:nvSpPr>
      <dsp:spPr>
        <a:xfrm>
          <a:off x="6088433" y="2827678"/>
          <a:ext cx="1921624" cy="1220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¿Hace guau? -Si</a:t>
          </a:r>
          <a:endParaRPr lang="en-US" sz="1200" kern="1200"/>
        </a:p>
      </dsp:txBody>
      <dsp:txXfrm>
        <a:off x="6124172" y="2863417"/>
        <a:ext cx="1850146" cy="1148753"/>
      </dsp:txXfrm>
    </dsp:sp>
    <dsp:sp modelId="{BFDB9553-BF03-44FD-A912-A661D5B81958}">
      <dsp:nvSpPr>
        <dsp:cNvPr id="0" name=""/>
        <dsp:cNvSpPr/>
      </dsp:nvSpPr>
      <dsp:spPr>
        <a:xfrm>
          <a:off x="8223572" y="2624840"/>
          <a:ext cx="1921624" cy="12202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C164E-887E-45D5-9302-2E0863F3CE49}">
      <dsp:nvSpPr>
        <dsp:cNvPr id="0" name=""/>
        <dsp:cNvSpPr/>
      </dsp:nvSpPr>
      <dsp:spPr>
        <a:xfrm>
          <a:off x="8437086" y="2827678"/>
          <a:ext cx="1921624" cy="12202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/>
            <a:t>-&gt; Es un perro!</a:t>
          </a:r>
          <a:endParaRPr lang="en-US" sz="1200" kern="1200"/>
        </a:p>
      </dsp:txBody>
      <dsp:txXfrm>
        <a:off x="8472825" y="2863417"/>
        <a:ext cx="1850146" cy="11487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F75071-05B4-4A75-8E8E-38364D5C1323}">
      <dsp:nvSpPr>
        <dsp:cNvPr id="0" name=""/>
        <dsp:cNvSpPr/>
      </dsp:nvSpPr>
      <dsp:spPr>
        <a:xfrm>
          <a:off x="3490" y="0"/>
          <a:ext cx="5366033" cy="2829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0045" tIns="0" rIns="530045" bIns="3302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Supongamos que tenemos atributos como Género con valores “hombre ó mujer” y edad en rangos: “menor de 18 ó mayor de 18” para tomar una decisión. Podríamos crear un árbol en el que dividamos primero por género y luego subdividir por edad. Ó </a:t>
          </a:r>
          <a:r>
            <a:rPr lang="en-US" sz="1500" b="1" kern="1200" dirty="0"/>
            <a:t>podría ser al revés</a:t>
          </a:r>
          <a:r>
            <a:rPr lang="en-US" sz="1500" kern="1200" dirty="0"/>
            <a:t>: primero por edad y luego por género.</a:t>
          </a:r>
        </a:p>
      </dsp:txBody>
      <dsp:txXfrm>
        <a:off x="3490" y="1131895"/>
        <a:ext cx="5366033" cy="1697842"/>
      </dsp:txXfrm>
    </dsp:sp>
    <dsp:sp modelId="{C8950C0E-7D32-45CA-BC52-36A4E97DC66C}">
      <dsp:nvSpPr>
        <dsp:cNvPr id="0" name=""/>
        <dsp:cNvSpPr/>
      </dsp:nvSpPr>
      <dsp:spPr>
        <a:xfrm>
          <a:off x="3490" y="0"/>
          <a:ext cx="5366033" cy="113189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0045" tIns="165100" rIns="530045" bIns="16510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01</a:t>
          </a:r>
        </a:p>
      </dsp:txBody>
      <dsp:txXfrm>
        <a:off x="3490" y="0"/>
        <a:ext cx="5366033" cy="1131895"/>
      </dsp:txXfrm>
    </dsp:sp>
    <dsp:sp modelId="{1E7708F5-6BDD-4BC8-870E-33ABA4949279}">
      <dsp:nvSpPr>
        <dsp:cNvPr id="0" name=""/>
        <dsp:cNvSpPr/>
      </dsp:nvSpPr>
      <dsp:spPr>
        <a:xfrm>
          <a:off x="5798806" y="0"/>
          <a:ext cx="5366033" cy="2829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0045" tIns="0" rIns="530045" bIns="3302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libri Light" panose="020F0302020204030204"/>
            </a:rPr>
            <a:t>El</a:t>
          </a:r>
          <a:r>
            <a:rPr lang="en-US" sz="1500" kern="1200" dirty="0"/>
            <a:t> algoritmo es quien </a:t>
          </a:r>
          <a:r>
            <a:rPr lang="en-US" sz="1500" i="1" kern="1200" dirty="0"/>
            <a:t>analizando los datos y las salidas -por eso es supervisado</a:t>
          </a:r>
          <a:r>
            <a:rPr lang="en-US" sz="1500" kern="1200" dirty="0"/>
            <a:t>!– decidirá la mejor forma de hacer las divisiones (</a:t>
          </a:r>
          <a:r>
            <a:rPr lang="en-US" sz="1500" i="1" kern="1200" dirty="0"/>
            <a:t>split</a:t>
          </a:r>
          <a:r>
            <a:rPr lang="en-US" sz="1500" kern="1200" dirty="0"/>
            <a:t>) entre nodos.</a:t>
          </a:r>
          <a:endParaRPr lang="en-US" sz="1500" kern="1200" dirty="0">
            <a:latin typeface="Calibri Light" panose="020F0302020204030204"/>
          </a:endParaRPr>
        </a:p>
      </dsp:txBody>
      <dsp:txXfrm>
        <a:off x="5798806" y="1131895"/>
        <a:ext cx="5366033" cy="1697842"/>
      </dsp:txXfrm>
    </dsp:sp>
    <dsp:sp modelId="{38C66754-71D1-49F0-BCDE-22919D5CB127}">
      <dsp:nvSpPr>
        <dsp:cNvPr id="0" name=""/>
        <dsp:cNvSpPr/>
      </dsp:nvSpPr>
      <dsp:spPr>
        <a:xfrm>
          <a:off x="5798806" y="0"/>
          <a:ext cx="5366033" cy="113189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0045" tIns="165100" rIns="530045" bIns="16510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5700" kern="1200"/>
            <a:t>02</a:t>
          </a:r>
        </a:p>
      </dsp:txBody>
      <dsp:txXfrm>
        <a:off x="5798806" y="0"/>
        <a:ext cx="5366033" cy="11318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6D2F4A-92B4-4376-B81D-5D0F5AAECB1D}">
      <dsp:nvSpPr>
        <dsp:cNvPr id="0" name=""/>
        <dsp:cNvSpPr/>
      </dsp:nvSpPr>
      <dsp:spPr>
        <a:xfrm>
          <a:off x="0" y="0"/>
          <a:ext cx="3459981" cy="2829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769" tIns="0" rIns="341769" bIns="33020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Dos </a:t>
          </a:r>
          <a:r>
            <a:rPr lang="en-US" sz="1300" kern="1200" dirty="0" err="1"/>
            <a:t>tipos</a:t>
          </a:r>
          <a:r>
            <a:rPr lang="en-US" sz="1300" kern="1200" dirty="0"/>
            <a:t> de </a:t>
          </a:r>
          <a:r>
            <a:rPr lang="en-US" sz="1300" kern="1200" dirty="0" err="1"/>
            <a:t>nodos</a:t>
          </a:r>
          <a:r>
            <a:rPr lang="en-US" sz="1300" kern="1200" dirty="0"/>
            <a:t>.</a:t>
          </a:r>
          <a:r>
            <a:rPr lang="en-US" sz="1300" kern="1200" dirty="0">
              <a:latin typeface="Calibri Light" panose="020F0302020204030204"/>
            </a:rPr>
            <a:t> </a:t>
          </a:r>
          <a:r>
            <a:rPr lang="en-US" sz="1300" kern="1200" dirty="0"/>
            <a:t>Nodos de decision. Involucran una caracteristica de la persona y un </a:t>
          </a:r>
          <a:r>
            <a:rPr lang="en-US" sz="1300" kern="1200" dirty="0" err="1"/>
            <a:t>cierto</a:t>
          </a:r>
          <a:r>
            <a:rPr lang="en-US" sz="1300" kern="1200" dirty="0"/>
            <a:t> </a:t>
          </a:r>
          <a:r>
            <a:rPr lang="en-US" sz="1300" kern="1200" dirty="0" err="1"/>
            <a:t>nivel</a:t>
          </a:r>
          <a:r>
            <a:rPr lang="en-US" sz="1300" kern="1200" dirty="0">
              <a:latin typeface="Calibri Light" panose="020F0302020204030204"/>
            </a:rPr>
            <a:t> </a:t>
          </a:r>
          <a:r>
            <a:rPr lang="en-US" sz="1300" kern="1200" dirty="0" err="1"/>
            <a:t>asociado</a:t>
          </a:r>
          <a:r>
            <a:rPr lang="en-US" sz="1300" kern="1200" dirty="0">
              <a:latin typeface="Calibri Light" panose="020F0302020204030204"/>
            </a:rPr>
            <a:t> a </a:t>
          </a:r>
          <a:r>
            <a:rPr lang="en-US" sz="1300" kern="1200" dirty="0" err="1">
              <a:latin typeface="Calibri Light" panose="020F0302020204030204"/>
            </a:rPr>
            <a:t>una</a:t>
          </a:r>
          <a:r>
            <a:rPr lang="en-US" sz="1300" kern="1200" dirty="0">
              <a:latin typeface="Calibri Light" panose="020F0302020204030204"/>
            </a:rPr>
            <a:t> </a:t>
          </a:r>
          <a:r>
            <a:rPr lang="en-US" sz="1300" kern="1200" dirty="0"/>
            <a:t>caracteristica.</a:t>
          </a:r>
          <a:r>
            <a:rPr lang="en-US" sz="1300" kern="1200" dirty="0">
              <a:latin typeface="Calibri Light" panose="020F0302020204030204"/>
            </a:rPr>
            <a:t> </a:t>
          </a:r>
          <a:r>
            <a:rPr lang="en-US" sz="1300" kern="1200" dirty="0"/>
            <a:t>Nodos de </a:t>
          </a:r>
          <a:r>
            <a:rPr lang="en-US" sz="1300" kern="1200" dirty="0" err="1"/>
            <a:t>clase</a:t>
          </a:r>
          <a:r>
            <a:rPr lang="en-US" sz="1300" kern="1200" dirty="0"/>
            <a:t> o </a:t>
          </a:r>
          <a:r>
            <a:rPr lang="en-US" sz="1300" kern="1200" dirty="0" err="1"/>
            <a:t>terminales</a:t>
          </a:r>
          <a:r>
            <a:rPr lang="en-US" sz="1300" kern="1200" dirty="0"/>
            <a:t>. </a:t>
          </a:r>
          <a:r>
            <a:rPr lang="en-US" sz="1300" kern="1200" dirty="0" err="1"/>
            <a:t>Representan</a:t>
          </a:r>
          <a:r>
            <a:rPr lang="en-US" sz="1300" kern="1200" dirty="0"/>
            <a:t> las </a:t>
          </a:r>
          <a:r>
            <a:rPr lang="en-US" sz="1300" kern="1200" dirty="0" err="1"/>
            <a:t>clases</a:t>
          </a:r>
          <a:r>
            <a:rPr lang="en-US" sz="1300" kern="1200" dirty="0"/>
            <a:t> que </a:t>
          </a:r>
          <a:r>
            <a:rPr lang="en-US" sz="1300" kern="1200" dirty="0" err="1"/>
            <a:t>eventualmente</a:t>
          </a:r>
          <a:r>
            <a:rPr lang="en-US" sz="1300" kern="1200" dirty="0">
              <a:latin typeface="Calibri Light" panose="020F0302020204030204"/>
            </a:rPr>
            <a:t> </a:t>
          </a:r>
          <a:r>
            <a:rPr lang="en-US" sz="1300" kern="1200" dirty="0" err="1"/>
            <a:t>cada</a:t>
          </a:r>
          <a:r>
            <a:rPr lang="en-US" sz="1300" kern="1200" dirty="0"/>
            <a:t> </a:t>
          </a:r>
          <a:r>
            <a:rPr lang="en-US" sz="1300" kern="1200" dirty="0" err="1"/>
            <a:t>una</a:t>
          </a:r>
          <a:r>
            <a:rPr lang="en-US" sz="1300" kern="1200" dirty="0"/>
            <a:t> de </a:t>
          </a:r>
          <a:r>
            <a:rPr lang="en-US" sz="1300" kern="1200" dirty="0" err="1"/>
            <a:t>nuestras</a:t>
          </a:r>
          <a:r>
            <a:rPr lang="en-US" sz="1300" kern="1200" dirty="0"/>
            <a:t> </a:t>
          </a:r>
          <a:r>
            <a:rPr lang="en-US" sz="1300" kern="1200" dirty="0" err="1"/>
            <a:t>instancias</a:t>
          </a:r>
          <a:r>
            <a:rPr lang="en-US" sz="1300" kern="1200" dirty="0"/>
            <a:t> </a:t>
          </a:r>
          <a:r>
            <a:rPr lang="en-US" sz="1300" kern="1200" dirty="0" err="1"/>
            <a:t>tendra</a:t>
          </a:r>
          <a:r>
            <a:rPr lang="en-US" sz="1300" kern="1200" dirty="0"/>
            <a:t>.</a:t>
          </a:r>
          <a:r>
            <a:rPr lang="en-US" sz="1300" kern="1200" dirty="0">
              <a:latin typeface="Calibri Light" panose="020F0302020204030204"/>
            </a:rPr>
            <a:t> </a:t>
          </a:r>
        </a:p>
      </dsp:txBody>
      <dsp:txXfrm>
        <a:off x="0" y="1131895"/>
        <a:ext cx="3459981" cy="1697842"/>
      </dsp:txXfrm>
    </dsp:sp>
    <dsp:sp modelId="{3E4743DA-4216-4131-A3D4-736342535992}">
      <dsp:nvSpPr>
        <dsp:cNvPr id="0" name=""/>
        <dsp:cNvSpPr/>
      </dsp:nvSpPr>
      <dsp:spPr>
        <a:xfrm>
          <a:off x="0" y="0"/>
          <a:ext cx="3459981" cy="113189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769" tIns="165100" rIns="341769" bIns="16510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5700" kern="1200"/>
            <a:t>01</a:t>
          </a:r>
        </a:p>
      </dsp:txBody>
      <dsp:txXfrm>
        <a:off x="0" y="0"/>
        <a:ext cx="3459981" cy="11318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3DA2A-57D3-4859-A317-FC64DA706B91}">
      <dsp:nvSpPr>
        <dsp:cNvPr id="0" name=""/>
        <dsp:cNvSpPr/>
      </dsp:nvSpPr>
      <dsp:spPr>
        <a:xfrm>
          <a:off x="0" y="54626"/>
          <a:ext cx="11254595" cy="1079325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1600" kern="1200" dirty="0"/>
            <a:t>Fácil interpretación: Los árboles son intuitivos y se pueden explicar fácilmente a usuarios no técnicos.</a:t>
          </a:r>
          <a:endParaRPr lang="en-US" sz="1600" kern="1200" dirty="0"/>
        </a:p>
      </dsp:txBody>
      <dsp:txXfrm>
        <a:off x="52688" y="107314"/>
        <a:ext cx="11149219" cy="973949"/>
      </dsp:txXfrm>
    </dsp:sp>
    <dsp:sp modelId="{0477A6A7-0E0D-4795-BCE0-E892013EE5D4}">
      <dsp:nvSpPr>
        <dsp:cNvPr id="0" name=""/>
        <dsp:cNvSpPr/>
      </dsp:nvSpPr>
      <dsp:spPr>
        <a:xfrm>
          <a:off x="0" y="1180031"/>
          <a:ext cx="11254595" cy="1079325"/>
        </a:xfrm>
        <a:prstGeom prst="roundRect">
          <a:avLst/>
        </a:prstGeom>
        <a:solidFill>
          <a:schemeClr val="accent1">
            <a:shade val="80000"/>
            <a:hueOff val="174641"/>
            <a:satOff val="-3128"/>
            <a:lumOff val="132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Flexibilidad: Pueden manejar tanto variables categóricas como numéricas.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requieren normalización: No es necesario escalar o normalizar los datos.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Rápida ejecución: Son eficientes en el entrenamiento y la predicción con datos pequeños y medianos.</a:t>
          </a:r>
          <a:endParaRPr lang="en-US" sz="1600" kern="1200" dirty="0"/>
        </a:p>
      </dsp:txBody>
      <dsp:txXfrm>
        <a:off x="52688" y="1232719"/>
        <a:ext cx="11149219" cy="973949"/>
      </dsp:txXfrm>
    </dsp:sp>
    <dsp:sp modelId="{03DE58C8-24A0-4CAE-A1B1-864C08ACC7D2}">
      <dsp:nvSpPr>
        <dsp:cNvPr id="0" name=""/>
        <dsp:cNvSpPr/>
      </dsp:nvSpPr>
      <dsp:spPr>
        <a:xfrm>
          <a:off x="0" y="2305436"/>
          <a:ext cx="11254595" cy="1079325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Importancia de variables: Proveen métricas que identifican las características más relevantes.</a:t>
          </a:r>
          <a:endParaRPr lang="en-US" sz="1600" kern="1200" dirty="0"/>
        </a:p>
      </dsp:txBody>
      <dsp:txXfrm>
        <a:off x="52688" y="2358124"/>
        <a:ext cx="11149219" cy="9739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3DA2A-57D3-4859-A317-FC64DA706B91}">
      <dsp:nvSpPr>
        <dsp:cNvPr id="0" name=""/>
        <dsp:cNvSpPr/>
      </dsp:nvSpPr>
      <dsp:spPr>
        <a:xfrm>
          <a:off x="0" y="234823"/>
          <a:ext cx="11254595" cy="1627762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2100" kern="1200" dirty="0"/>
            <a:t>Sobreajuste: Los árboles de decisión tienden a </a:t>
          </a:r>
          <a:r>
            <a:rPr lang="es-MX" sz="2100" kern="1200" dirty="0" err="1"/>
            <a:t>sobreajustarse</a:t>
          </a:r>
          <a:r>
            <a:rPr lang="es-MX" sz="2100" kern="1200" dirty="0"/>
            <a:t> al conjunto de entrenamiento si no se podan o se controlan adecuadamente.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Inestabilidad: Pequeños cambios en los datos pueden generar árboles significativamente diferentes.</a:t>
          </a:r>
          <a:endParaRPr lang="en-US" sz="2100" kern="1200" dirty="0"/>
        </a:p>
      </dsp:txBody>
      <dsp:txXfrm>
        <a:off x="79461" y="314284"/>
        <a:ext cx="11095673" cy="1468840"/>
      </dsp:txXfrm>
    </dsp:sp>
    <dsp:sp modelId="{0477A6A7-0E0D-4795-BCE0-E892013EE5D4}">
      <dsp:nvSpPr>
        <dsp:cNvPr id="0" name=""/>
        <dsp:cNvSpPr/>
      </dsp:nvSpPr>
      <dsp:spPr>
        <a:xfrm>
          <a:off x="0" y="1923065"/>
          <a:ext cx="11254595" cy="1627762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Rendimiento limitado en problemas complejos: Aunque funcionan bien con datos simples, pueden ser superados por modelos como </a:t>
          </a:r>
          <a:r>
            <a:rPr lang="es-MX" sz="2100" kern="1200" dirty="0" err="1"/>
            <a:t>Random</a:t>
          </a:r>
          <a:r>
            <a:rPr lang="es-MX" sz="2100" kern="1200" dirty="0"/>
            <a:t> </a:t>
          </a:r>
          <a:r>
            <a:rPr lang="es-MX" sz="2100" kern="1200" dirty="0" err="1"/>
            <a:t>Forests</a:t>
          </a:r>
          <a:r>
            <a:rPr lang="es-MX" sz="2100" kern="1200" dirty="0"/>
            <a:t> o </a:t>
          </a:r>
          <a:r>
            <a:rPr lang="es-MX" sz="2100" kern="1200" dirty="0" err="1"/>
            <a:t>Gradient</a:t>
          </a:r>
          <a:r>
            <a:rPr lang="es-MX" sz="2100" kern="1200" dirty="0"/>
            <a:t> </a:t>
          </a:r>
          <a:r>
            <a:rPr lang="es-MX" sz="2100" kern="1200" dirty="0" err="1"/>
            <a:t>Boosting</a:t>
          </a:r>
          <a:r>
            <a:rPr lang="es-MX" sz="2100" kern="1200" dirty="0"/>
            <a:t> en escenarios complejos.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No son ideales para grandes </a:t>
          </a:r>
          <a:r>
            <a:rPr lang="es-MX" sz="2100" kern="1200" dirty="0" err="1"/>
            <a:t>datasets</a:t>
          </a:r>
          <a:r>
            <a:rPr lang="es-MX" sz="2100" kern="1200" dirty="0"/>
            <a:t>: Pueden volverse lentos e ineficientes con datos muy grandes o características de alta dimensión.</a:t>
          </a:r>
          <a:endParaRPr lang="en-US" sz="2100" kern="1200" dirty="0"/>
        </a:p>
      </dsp:txBody>
      <dsp:txXfrm>
        <a:off x="79461" y="2002526"/>
        <a:ext cx="11095673" cy="1468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21985-39AC-5890-1130-DBDAE2D61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0A397-9620-DE78-5BA1-D2AE34589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5C7B7-BFDA-B1C5-07F3-8DEFDDC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A851E-2707-4364-B1E6-F3EE06F2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AE6F6-CC4A-21CF-CC5B-768144A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662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FDF16-1308-A1CA-94B5-35FAF3DD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ACFB6-AE71-EDBB-07C5-E918565F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2CA4B6-35CA-A085-E3B5-0FBD8FA9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0FA93-75DE-5E8C-130D-F1BF5DE3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F1CA-150B-6D09-F6D4-277EFFF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10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4CA5D-F7D6-086B-BAFE-BCCFF805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D7F014-FE48-182E-E0E0-08D40697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85EDB-9E20-70E6-CD97-C0DA7E86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42C93-2C29-C79D-2A15-1C40AFB2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BD4F7-CA19-B0C4-80EE-1F68C6F0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91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37506-0D94-96EC-7F5D-FBC5B625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9A24E-1EB9-860C-6B87-669127172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6ACD5-C465-6960-3EE3-A670D2D0D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41EC55-4662-99B6-A655-F2D47A7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6E08A-BF42-8901-C8E1-F85E9F1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1858B-DFD1-2BAB-728A-6D1C684A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83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BCD18-FC89-5452-62A7-E23F4876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8372B-813E-90A6-775E-0231940D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2BD234-0370-FA4A-A0BE-B25735BCA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564004-90BD-8E9F-2925-3B9FCC3FE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294CE-9308-99D1-B727-B945B7346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CC42AE-E448-F3EA-36FF-5F2073FA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FF859A-42A2-A408-DEE9-12E54275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7462F0-4723-0F25-351B-7A939B53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996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FBE90-7CDD-ABBE-2272-F8F854BD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D57CE1-1023-50F8-C5BA-2959EDD9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F622DF-3DE1-58BE-F001-0BD857E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AB469-86A2-5069-BF28-D649E8E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01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2C02E5-C0A6-73DD-D118-3D37C840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EE7C48-191E-C4CA-18C6-DE48FA86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2AE5DE-92A0-68A9-7D80-186D5F10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234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A832-353E-5400-BEFA-5205996D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9933B-9E17-AB83-B764-5DDD5850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D695C1-B383-689B-B003-BB5FEC00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D44BC-6F76-3D94-A88D-03A8FC6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A3EBD7-D9BC-4776-4AD0-04215F62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ECFCFF-1BC0-CD1A-566C-76FDDF01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285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81827-0FBF-D754-6D53-E173C94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2C950B-4B76-BA68-62B2-54419EEA2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54EED-E358-2F78-FFE9-CFFBC5D8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D89EF-73E5-98B3-39C7-00C4E881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907C57-00BD-EA48-7986-32E5626B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5643C-2C0B-0F9A-FBB4-7930910C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083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9421-1C7A-2DEB-3AF5-FA15A05C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E518A3-6D98-3029-DB7C-640B6F67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E334E-A9FC-903A-7607-7A3D5E8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F8DC4-A993-9912-EE71-5B9E2A71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B06082-9EBC-31EE-ADDB-5B762617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1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2D5E1C-F872-2BC1-E3D7-399FC95D7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14D1D-3C38-8786-E31C-85967176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49FC-5B95-5CB5-311F-8A2FDE52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36519-72DB-E36D-F1BC-A26395CD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54174-67A2-2C61-6426-C0B37D6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95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0A3234-E320-DB73-E99E-D1FEFB47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957B6-B1A4-2E75-3658-688D9B42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3B2C4-67A0-29BE-DB00-3E37D2B97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30218-1BAE-4E5C-9968-ABB9ABAE3D56}" type="datetimeFigureOut">
              <a:rPr lang="es-MX" smtClean="0"/>
              <a:t>06/01/2025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AE5D9-D80A-5DB0-44D2-8A574D7AA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8D630D-3058-EA37-CD5B-E887AA741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3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Google Shape;1731;p42">
            <a:extLst>
              <a:ext uri="{FF2B5EF4-FFF2-40B4-BE49-F238E27FC236}">
                <a16:creationId xmlns:a16="http://schemas.microsoft.com/office/drawing/2014/main" id="{962D22B4-3129-1C9A-389C-7ED3B4327A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600" y="23161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Ciencia de Datos</a:t>
            </a:r>
            <a:r>
              <a:rPr lang="e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Seminario</a:t>
            </a:r>
            <a:endParaRPr sz="5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Google Shape;1734;p42">
            <a:extLst>
              <a:ext uri="{FF2B5EF4-FFF2-40B4-BE49-F238E27FC236}">
                <a16:creationId xmlns:a16="http://schemas.microsoft.com/office/drawing/2014/main" id="{51492C11-952D-D4A6-8E57-C9231DF47EB3}"/>
              </a:ext>
            </a:extLst>
          </p:cNvPr>
          <p:cNvCxnSpPr/>
          <p:nvPr/>
        </p:nvCxnSpPr>
        <p:spPr>
          <a:xfrm>
            <a:off x="716975" y="39375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B74F4416-582B-4C93-8D49-AAC17A977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Google Shape;1752;p44">
            <a:extLst>
              <a:ext uri="{FF2B5EF4-FFF2-40B4-BE49-F238E27FC236}">
                <a16:creationId xmlns:a16="http://schemas.microsoft.com/office/drawing/2014/main" id="{8188618D-BC7D-1A12-180B-537BEC8815D1}"/>
              </a:ext>
            </a:extLst>
          </p:cNvPr>
          <p:cNvSpPr/>
          <p:nvPr/>
        </p:nvSpPr>
        <p:spPr>
          <a:xfrm>
            <a:off x="1832062" y="39118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755;p44">
            <a:extLst>
              <a:ext uri="{FF2B5EF4-FFF2-40B4-BE49-F238E27FC236}">
                <a16:creationId xmlns:a16="http://schemas.microsoft.com/office/drawing/2014/main" id="{D32A4B9A-EB8C-03AD-9394-21B835BA12E4}"/>
              </a:ext>
            </a:extLst>
          </p:cNvPr>
          <p:cNvSpPr/>
          <p:nvPr/>
        </p:nvSpPr>
        <p:spPr>
          <a:xfrm>
            <a:off x="1832062" y="290168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757;p44">
            <a:extLst>
              <a:ext uri="{FF2B5EF4-FFF2-40B4-BE49-F238E27FC236}">
                <a16:creationId xmlns:a16="http://schemas.microsoft.com/office/drawing/2014/main" id="{DE8BCE52-1862-E19A-25F7-A247EA10BB64}"/>
              </a:ext>
            </a:extLst>
          </p:cNvPr>
          <p:cNvSpPr/>
          <p:nvPr/>
        </p:nvSpPr>
        <p:spPr>
          <a:xfrm>
            <a:off x="1832062" y="188299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59;p44">
            <a:extLst>
              <a:ext uri="{FF2B5EF4-FFF2-40B4-BE49-F238E27FC236}">
                <a16:creationId xmlns:a16="http://schemas.microsoft.com/office/drawing/2014/main" id="{D911A126-ACDE-7A0E-13C3-16BD23E4D01E}"/>
              </a:ext>
            </a:extLst>
          </p:cNvPr>
          <p:cNvSpPr txBox="1">
            <a:spLocks/>
          </p:cNvSpPr>
          <p:nvPr/>
        </p:nvSpPr>
        <p:spPr>
          <a:xfrm>
            <a:off x="1696140" y="1801884"/>
            <a:ext cx="821700" cy="554400"/>
          </a:xfrm>
          <a:prstGeom prst="rect">
            <a:avLst/>
          </a:prstGeom>
        </p:spPr>
        <p:txBody>
          <a:bodyPr spcFirstLastPara="1" vert="horz" wrap="square" lIns="91425" tIns="18287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2400" dirty="0"/>
              <a:t>01</a:t>
            </a:r>
          </a:p>
        </p:txBody>
      </p:sp>
      <p:sp>
        <p:nvSpPr>
          <p:cNvPr id="19" name="Google Shape;1760;p44">
            <a:extLst>
              <a:ext uri="{FF2B5EF4-FFF2-40B4-BE49-F238E27FC236}">
                <a16:creationId xmlns:a16="http://schemas.microsoft.com/office/drawing/2014/main" id="{5661E78A-69E0-E23A-A888-0316A81EFE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0720" y="1946062"/>
            <a:ext cx="6109954" cy="41508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" dirty="0" err="1">
                <a:cs typeface="Calibri"/>
              </a:rPr>
              <a:t>Arboles</a:t>
            </a:r>
            <a:r>
              <a:rPr lang="en" dirty="0">
                <a:cs typeface="Calibri"/>
              </a:rPr>
              <a:t> de </a:t>
            </a:r>
            <a:r>
              <a:rPr lang="en" dirty="0" err="1">
                <a:cs typeface="Calibri"/>
              </a:rPr>
              <a:t>decisión</a:t>
            </a:r>
          </a:p>
        </p:txBody>
      </p:sp>
      <p:sp>
        <p:nvSpPr>
          <p:cNvPr id="21" name="Google Shape;1762;p44">
            <a:extLst>
              <a:ext uri="{FF2B5EF4-FFF2-40B4-BE49-F238E27FC236}">
                <a16:creationId xmlns:a16="http://schemas.microsoft.com/office/drawing/2014/main" id="{0437C467-6731-2DAA-4316-72B1EE35CB66}"/>
              </a:ext>
            </a:extLst>
          </p:cNvPr>
          <p:cNvSpPr txBox="1">
            <a:spLocks/>
          </p:cNvSpPr>
          <p:nvPr/>
        </p:nvSpPr>
        <p:spPr>
          <a:xfrm>
            <a:off x="1698970" y="281700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02</a:t>
            </a:r>
          </a:p>
        </p:txBody>
      </p:sp>
      <p:sp>
        <p:nvSpPr>
          <p:cNvPr id="24" name="Google Shape;1763;p44">
            <a:extLst>
              <a:ext uri="{FF2B5EF4-FFF2-40B4-BE49-F238E27FC236}">
                <a16:creationId xmlns:a16="http://schemas.microsoft.com/office/drawing/2014/main" id="{6A615099-CAE8-EDB1-9494-4B6F1E228FD8}"/>
              </a:ext>
            </a:extLst>
          </p:cNvPr>
          <p:cNvSpPr txBox="1">
            <a:spLocks/>
          </p:cNvSpPr>
          <p:nvPr/>
        </p:nvSpPr>
        <p:spPr>
          <a:xfrm>
            <a:off x="2544200" y="2871203"/>
            <a:ext cx="3755000" cy="72300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s-MX" sz="2400" dirty="0"/>
              <a:t>Ejercicios Prácticos</a:t>
            </a:r>
            <a:endParaRPr lang="es-ES" sz="2400" dirty="0"/>
          </a:p>
        </p:txBody>
      </p:sp>
      <p:sp>
        <p:nvSpPr>
          <p:cNvPr id="25" name="Google Shape;1765;p44">
            <a:extLst>
              <a:ext uri="{FF2B5EF4-FFF2-40B4-BE49-F238E27FC236}">
                <a16:creationId xmlns:a16="http://schemas.microsoft.com/office/drawing/2014/main" id="{D86B853C-FFFF-3493-04DC-738256127DF5}"/>
              </a:ext>
            </a:extLst>
          </p:cNvPr>
          <p:cNvSpPr txBox="1">
            <a:spLocks/>
          </p:cNvSpPr>
          <p:nvPr/>
        </p:nvSpPr>
        <p:spPr>
          <a:xfrm>
            <a:off x="1698970" y="382922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03</a:t>
            </a:r>
          </a:p>
        </p:txBody>
      </p:sp>
      <p:sp>
        <p:nvSpPr>
          <p:cNvPr id="28" name="Google Shape;1766;p44">
            <a:extLst>
              <a:ext uri="{FF2B5EF4-FFF2-40B4-BE49-F238E27FC236}">
                <a16:creationId xmlns:a16="http://schemas.microsoft.com/office/drawing/2014/main" id="{72FD28A5-61B4-1EE5-5089-6F21CDD71AEA}"/>
              </a:ext>
            </a:extLst>
          </p:cNvPr>
          <p:cNvSpPr txBox="1">
            <a:spLocks/>
          </p:cNvSpPr>
          <p:nvPr/>
        </p:nvSpPr>
        <p:spPr>
          <a:xfrm>
            <a:off x="2544200" y="4051591"/>
            <a:ext cx="3272400" cy="55429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MX" sz="2400" dirty="0"/>
              <a:t>Preguntas y respuestas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AE8B5E20-6A92-4119-9F59-A739B5BD5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Arboles de decisión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cs typeface="Calibri Light"/>
              </a:rPr>
              <a:t> </a:t>
            </a:r>
            <a:endParaRPr lang="es-MX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2" name="CuadroTexto 3">
            <a:extLst>
              <a:ext uri="{FF2B5EF4-FFF2-40B4-BE49-F238E27FC236}">
                <a16:creationId xmlns:a16="http://schemas.microsoft.com/office/drawing/2014/main" id="{CBF508DA-3CE3-60D9-A296-FCA63AF264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546053"/>
              </p:ext>
            </p:extLst>
          </p:nvPr>
        </p:nvGraphicFramePr>
        <p:xfrm>
          <a:off x="706436" y="1272816"/>
          <a:ext cx="103620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FD94A55D-DBD5-4662-BA26-54CA635F81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4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Arboles de decisión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cs typeface="Calibri Light"/>
              </a:rPr>
              <a:t> </a:t>
            </a:r>
            <a:endParaRPr lang="es-MX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38" name="CuadroTexto 3">
            <a:extLst>
              <a:ext uri="{FF2B5EF4-FFF2-40B4-BE49-F238E27FC236}">
                <a16:creationId xmlns:a16="http://schemas.microsoft.com/office/drawing/2014/main" id="{8897F227-E91E-D395-E3F5-49411CE6C5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199852"/>
              </p:ext>
            </p:extLst>
          </p:nvPr>
        </p:nvGraphicFramePr>
        <p:xfrm>
          <a:off x="648927" y="913382"/>
          <a:ext cx="10362000" cy="4893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D00CFDC4-38F4-462E-BB38-BE23A4F08D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84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31778" y="250107"/>
            <a:ext cx="5393266" cy="863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Arboles de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ea typeface="+mj-lt"/>
                <a:cs typeface="Arial"/>
              </a:rPr>
              <a:t>decisión</a:t>
            </a: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1" name="CuadroTexto 2">
            <a:extLst>
              <a:ext uri="{FF2B5EF4-FFF2-40B4-BE49-F238E27FC236}">
                <a16:creationId xmlns:a16="http://schemas.microsoft.com/office/drawing/2014/main" id="{FB53EBB0-39AA-2E22-0F0A-1DA6502446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5995790"/>
              </p:ext>
            </p:extLst>
          </p:nvPr>
        </p:nvGraphicFramePr>
        <p:xfrm>
          <a:off x="634165" y="1279682"/>
          <a:ext cx="11168330" cy="2829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213CCB87-27F9-4894-9198-7627434469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11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31778" y="250107"/>
            <a:ext cx="5393266" cy="863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Arboles de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ea typeface="+mj-lt"/>
                <a:cs typeface="Arial"/>
              </a:rPr>
              <a:t>decisión</a:t>
            </a: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7" name="Imagen 7" descr="Diagrama&#10;&#10;Descripción generada automáticamente">
            <a:extLst>
              <a:ext uri="{FF2B5EF4-FFF2-40B4-BE49-F238E27FC236}">
                <a16:creationId xmlns:a16="http://schemas.microsoft.com/office/drawing/2014/main" id="{D84B2340-DF01-7219-9CDE-09F9EE2DD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488" y="1116574"/>
            <a:ext cx="6133547" cy="3895982"/>
          </a:xfrm>
          <a:prstGeom prst="rect">
            <a:avLst/>
          </a:prstGeom>
        </p:spPr>
      </p:pic>
      <p:graphicFrame>
        <p:nvGraphicFramePr>
          <p:cNvPr id="18" name="CuadroTexto 2">
            <a:extLst>
              <a:ext uri="{FF2B5EF4-FFF2-40B4-BE49-F238E27FC236}">
                <a16:creationId xmlns:a16="http://schemas.microsoft.com/office/drawing/2014/main" id="{F9ABD228-0B52-5BE9-816E-12BC87C21F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9096905"/>
              </p:ext>
            </p:extLst>
          </p:nvPr>
        </p:nvGraphicFramePr>
        <p:xfrm>
          <a:off x="954426" y="1279682"/>
          <a:ext cx="3459981" cy="2829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Imagen 13">
            <a:extLst>
              <a:ext uri="{FF2B5EF4-FFF2-40B4-BE49-F238E27FC236}">
                <a16:creationId xmlns:a16="http://schemas.microsoft.com/office/drawing/2014/main" id="{FE365FEB-C974-4854-AA6D-38E15A8369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89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93" name="Título 1">
            <a:extLst>
              <a:ext uri="{FF2B5EF4-FFF2-40B4-BE49-F238E27FC236}">
                <a16:creationId xmlns:a16="http://schemas.microsoft.com/office/drawing/2014/main" id="{A57C32FC-AB72-EB09-9803-3019D2EC3BA8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Ventajas de Arboles de decisión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Calibri Light"/>
                <a:cs typeface="Calibri Light"/>
              </a:rPr>
              <a:t> </a:t>
            </a:r>
            <a:endParaRPr lang="es-MX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aphicFrame>
        <p:nvGraphicFramePr>
          <p:cNvPr id="96" name="CuadroTexto 5">
            <a:extLst>
              <a:ext uri="{FF2B5EF4-FFF2-40B4-BE49-F238E27FC236}">
                <a16:creationId xmlns:a16="http://schemas.microsoft.com/office/drawing/2014/main" id="{E0A55FA5-084F-BDAB-2946-BE9A4595CB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900067"/>
              </p:ext>
            </p:extLst>
          </p:nvPr>
        </p:nvGraphicFramePr>
        <p:xfrm>
          <a:off x="454325" y="1216325"/>
          <a:ext cx="11254595" cy="3439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006EBED3-228D-4C6A-9EB7-95A9F12171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93" name="Título 1">
            <a:extLst>
              <a:ext uri="{FF2B5EF4-FFF2-40B4-BE49-F238E27FC236}">
                <a16:creationId xmlns:a16="http://schemas.microsoft.com/office/drawing/2014/main" id="{A57C32FC-AB72-EB09-9803-3019D2EC3BA8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Desventajas de Arboles de decisión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Calibri Light"/>
                <a:cs typeface="Calibri Light"/>
              </a:rPr>
              <a:t> </a:t>
            </a:r>
            <a:endParaRPr lang="es-MX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aphicFrame>
        <p:nvGraphicFramePr>
          <p:cNvPr id="96" name="CuadroTexto 5">
            <a:extLst>
              <a:ext uri="{FF2B5EF4-FFF2-40B4-BE49-F238E27FC236}">
                <a16:creationId xmlns:a16="http://schemas.microsoft.com/office/drawing/2014/main" id="{E0A55FA5-084F-BDAB-2946-BE9A4595CB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5958573"/>
              </p:ext>
            </p:extLst>
          </p:nvPr>
        </p:nvGraphicFramePr>
        <p:xfrm>
          <a:off x="454325" y="1216325"/>
          <a:ext cx="11254595" cy="3785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006EBED3-228D-4C6A-9EB7-95A9F12171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26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 Practico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10609" y="3491160"/>
            <a:ext cx="468341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 dirty="0">
                <a:solidFill>
                  <a:schemeClr val="dk2"/>
                </a:solidFill>
              </a:rPr>
              <a:t>Taller Practico</a:t>
            </a:r>
            <a:r>
              <a:rPr lang="en" sz="6000" dirty="0"/>
              <a:t> </a:t>
            </a:r>
            <a:endParaRPr sz="6000" dirty="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01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1"/>
            <a:ext cx="4273618" cy="61455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</a:pPr>
            <a:r>
              <a:rPr lang="es-MX" dirty="0">
                <a:ea typeface="Calibri"/>
                <a:cs typeface="Calibri"/>
              </a:rPr>
              <a:t>Arboles de decisión</a:t>
            </a:r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/>
          <p:nvPr/>
        </p:nvCxnSpPr>
        <p:spPr>
          <a:xfrm>
            <a:off x="3048168" y="4176261"/>
            <a:ext cx="52083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5AC01771-630B-445A-B6BA-3C99300EC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5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6281" y="3522749"/>
            <a:ext cx="577355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 dirty="0">
                <a:solidFill>
                  <a:schemeClr val="dk2"/>
                </a:solidFill>
              </a:rPr>
              <a:t>Preguntas y Respuestas</a:t>
            </a:r>
            <a:r>
              <a:rPr lang="en" sz="6000" dirty="0"/>
              <a:t> </a:t>
            </a:r>
            <a:endParaRPr sz="6000" dirty="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02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0"/>
            <a:ext cx="3944758" cy="1387851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en" sz="10000" dirty="0"/>
              <a:t>¿?</a:t>
            </a:r>
            <a:endParaRPr lang="es-MX" sz="10000" dirty="0"/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>
            <a:cxnSpLocks/>
          </p:cNvCxnSpPr>
          <p:nvPr/>
        </p:nvCxnSpPr>
        <p:spPr>
          <a:xfrm>
            <a:off x="2717800" y="4176261"/>
            <a:ext cx="6002039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1E3C3E29-3172-47F0-8F91-11C30311E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81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Google Shape;4495;p73">
            <a:extLst>
              <a:ext uri="{FF2B5EF4-FFF2-40B4-BE49-F238E27FC236}">
                <a16:creationId xmlns:a16="http://schemas.microsoft.com/office/drawing/2014/main" id="{2613E8F8-D447-A4CB-D2AF-52E897DF8053}"/>
              </a:ext>
            </a:extLst>
          </p:cNvPr>
          <p:cNvSpPr txBox="1">
            <a:spLocks/>
          </p:cNvSpPr>
          <p:nvPr/>
        </p:nvSpPr>
        <p:spPr>
          <a:xfrm>
            <a:off x="1784972" y="2139203"/>
            <a:ext cx="4953848" cy="1289797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s-MX" dirty="0"/>
              <a:t>Gracias por tu atención</a:t>
            </a:r>
          </a:p>
        </p:txBody>
      </p:sp>
      <p:cxnSp>
        <p:nvCxnSpPr>
          <p:cNvPr id="47" name="Google Shape;4540;p73">
            <a:extLst>
              <a:ext uri="{FF2B5EF4-FFF2-40B4-BE49-F238E27FC236}">
                <a16:creationId xmlns:a16="http://schemas.microsoft.com/office/drawing/2014/main" id="{317BD00E-A514-964C-6B25-D58A8560F311}"/>
              </a:ext>
            </a:extLst>
          </p:cNvPr>
          <p:cNvCxnSpPr>
            <a:cxnSpLocks/>
          </p:cNvCxnSpPr>
          <p:nvPr/>
        </p:nvCxnSpPr>
        <p:spPr>
          <a:xfrm>
            <a:off x="1874204" y="3429000"/>
            <a:ext cx="4864616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0DE6C861-44CB-47DC-816A-4FB0164F6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650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3119</TotalTime>
  <Words>568</Words>
  <Application>Microsoft Office PowerPoint</Application>
  <PresentationFormat>Panorámica</PresentationFormat>
  <Paragraphs>60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Ciencia de Datos  Seminario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Taller Practico </vt:lpstr>
      <vt:lpstr>Preguntas y Respuestas 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llopez@hopewellsystem.com</dc:creator>
  <cp:lastModifiedBy>Praxis</cp:lastModifiedBy>
  <cp:revision>561</cp:revision>
  <dcterms:created xsi:type="dcterms:W3CDTF">2022-08-22T23:58:18Z</dcterms:created>
  <dcterms:modified xsi:type="dcterms:W3CDTF">2025-01-06T22:11:50Z</dcterms:modified>
</cp:coreProperties>
</file>
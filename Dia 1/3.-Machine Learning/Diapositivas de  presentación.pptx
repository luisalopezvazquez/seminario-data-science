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99" d="100"/>
          <a:sy n="99" d="100"/>
        </p:scale>
        <p:origin x="452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13/01/2025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463305"/>
            <a:ext cx="6647100" cy="1023126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Bienvenidos!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BE97DDB-91FE-4ABA-B598-01FE7CB7C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78" y="127001"/>
            <a:ext cx="1419456" cy="123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 dirty="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49858" y="1914036"/>
            <a:ext cx="3575280" cy="5301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s-ES" sz="2400" dirty="0"/>
              <a:t>¿</a:t>
            </a:r>
            <a:r>
              <a:rPr lang="en" dirty="0"/>
              <a:t>Cual es tu nombre?</a:t>
            </a:r>
            <a:endParaRPr dirty="0"/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9858" y="3864619"/>
            <a:ext cx="4658111" cy="53010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ES" sz="2400" dirty="0"/>
              <a:t>¿Cuál es tu perfil actualmente?</a:t>
            </a:r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 dirty="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17840" y="3005256"/>
            <a:ext cx="5403179" cy="520409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ES" sz="2400" dirty="0"/>
              <a:t>¿Qué esperas aprender del curso?</a:t>
            </a:r>
            <a:endParaRPr lang="es-MX" sz="2400" dirty="0"/>
          </a:p>
        </p:txBody>
      </p:sp>
      <p:pic>
        <p:nvPicPr>
          <p:cNvPr id="1028" name="Picture 4" descr="Esquema de signo de interrogación en un botón de círculo dibujado a mano -  Iconos gratis de interfaz">
            <a:extLst>
              <a:ext uri="{FF2B5EF4-FFF2-40B4-BE49-F238E27FC236}">
                <a16:creationId xmlns:a16="http://schemas.microsoft.com/office/drawing/2014/main" id="{B33D3236-8A1F-3892-4945-4F88B8FB7C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256" y="1848651"/>
            <a:ext cx="2073799" cy="2073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2125</TotalTime>
  <Words>36</Words>
  <Application>Microsoft Office PowerPoint</Application>
  <PresentationFormat>Panorámica</PresentationFormat>
  <Paragraphs>10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Bienvenidos!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66</cp:revision>
  <dcterms:created xsi:type="dcterms:W3CDTF">2022-08-22T23:58:18Z</dcterms:created>
  <dcterms:modified xsi:type="dcterms:W3CDTF">2025-01-13T14:03:46Z</dcterms:modified>
</cp:coreProperties>
</file>
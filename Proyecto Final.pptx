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306" r:id="rId4"/>
    <p:sldId id="298" r:id="rId5"/>
    <p:sldId id="307" r:id="rId6"/>
    <p:sldId id="308" r:id="rId7"/>
    <p:sldId id="270" r:id="rId8"/>
    <p:sldId id="271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10C7825-CA3C-4D87-AB1A-4341B77FAB4F}">
      <dgm:prSet phldr="0"/>
      <dgm:spPr/>
      <dgm:t>
        <a:bodyPr/>
        <a:lstStyle/>
        <a:p>
          <a:r>
            <a:rPr lang="es-MX" dirty="0"/>
            <a:t>Paso 1.- Breve introducción de su proyecto y la situación actual.</a:t>
          </a:r>
        </a:p>
        <a:p>
          <a:r>
            <a:rPr lang="es-MX" dirty="0"/>
            <a:t>Agregar problemática actual y lo que se intenta resolver mediante el proyecto de ciencia de datos.</a:t>
          </a:r>
          <a:endParaRPr lang="en-US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ADA611C7-2256-448E-8893-F785E141EFB5}">
      <dgm:prSet phldr="0"/>
      <dgm:spPr/>
      <dgm:t>
        <a:bodyPr/>
        <a:lstStyle/>
        <a:p>
          <a:pPr algn="l" rtl="0"/>
          <a:r>
            <a:rPr lang="es-MX" dirty="0"/>
            <a:t>Paso 2.- Crear un cronograma de actividades.</a:t>
          </a:r>
          <a:endParaRPr lang="en-US" dirty="0">
            <a:latin typeface="Verdana"/>
            <a:ea typeface="Verdana"/>
          </a:endParaRPr>
        </a:p>
      </dgm:t>
    </dgm:pt>
    <dgm:pt modelId="{B7D626EE-5D78-49C0-895B-1163C77A9949}" type="parTrans" cxnId="{10A88389-8520-4A02-9CD4-F7A5D7FAE639}">
      <dgm:prSet/>
      <dgm:spPr/>
      <dgm:t>
        <a:bodyPr/>
        <a:lstStyle/>
        <a:p>
          <a:endParaRPr lang="es-MX"/>
        </a:p>
      </dgm:t>
    </dgm:pt>
    <dgm:pt modelId="{DF1418A9-3860-4408-BAE9-6221C582D895}" type="sibTrans" cxnId="{10A88389-8520-4A02-9CD4-F7A5D7FAE639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2" custLinFactY="-10559" custLinFactNeighborX="-12" custLinFactNeighborY="-100000">
        <dgm:presLayoutVars>
          <dgm:chMax val="0"/>
          <dgm:bulletEnabled val="1"/>
        </dgm:presLayoutVars>
      </dgm:prSet>
      <dgm:spPr/>
    </dgm:pt>
    <dgm:pt modelId="{C4F9F777-430D-4D3C-A214-419683B6558C}" type="pres">
      <dgm:prSet presAssocID="{E4F053D5-5865-4213-9094-AD2939C5BE45}" presName="spacer" presStyleCnt="0"/>
      <dgm:spPr/>
    </dgm:pt>
    <dgm:pt modelId="{555B0EB0-F8DC-4F4A-86A8-619FE0FAA47D}" type="pres">
      <dgm:prSet presAssocID="{ADA611C7-2256-448E-8893-F785E141EF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8F5F503A-8527-4F68-8B2D-4C67CAFE2BF7}" type="presOf" srcId="{ADA611C7-2256-448E-8893-F785E141EFB5}" destId="{555B0EB0-F8DC-4F4A-86A8-619FE0FAA47D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10A88389-8520-4A02-9CD4-F7A5D7FAE639}" srcId="{E53C2117-ECE8-4A14-99EA-1AF3C123DAE6}" destId="{ADA611C7-2256-448E-8893-F785E141EFB5}" srcOrd="1" destOrd="0" parTransId="{B7D626EE-5D78-49C0-895B-1163C77A9949}" sibTransId="{DF1418A9-3860-4408-BAE9-6221C582D895}"/>
    <dgm:cxn modelId="{DA99A040-D39F-4D12-BFEA-349B4D28D083}" type="presParOf" srcId="{0AF8512B-EF04-4F01-9FBF-41808C4AE452}" destId="{9529FB48-79E8-44D5-BA6C-A5A373C3A95E}" srcOrd="0" destOrd="0" presId="urn:microsoft.com/office/officeart/2005/8/layout/vList2"/>
    <dgm:cxn modelId="{1BF85FD4-08A1-4D40-BE16-F2539C1D9A3A}" type="presParOf" srcId="{0AF8512B-EF04-4F01-9FBF-41808C4AE452}" destId="{C4F9F777-430D-4D3C-A214-419683B6558C}" srcOrd="1" destOrd="0" presId="urn:microsoft.com/office/officeart/2005/8/layout/vList2"/>
    <dgm:cxn modelId="{DDAFDD09-98DC-4D20-BAFB-28E5326DBA9B}" type="presParOf" srcId="{0AF8512B-EF04-4F01-9FBF-41808C4AE452}" destId="{555B0EB0-F8DC-4F4A-86A8-619FE0FAA4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DA617B-3749-4B1E-89E6-F2EDBAFD68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853325-F9AD-4089-A4E0-882E9A11EC74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4.- Entendimiento de los datos</a:t>
          </a:r>
          <a:r>
            <a:rPr lang="en-US" dirty="0"/>
            <a:t>.</a:t>
          </a:r>
          <a:endParaRPr lang="en-US" dirty="0">
            <a:ea typeface="Verdana"/>
          </a:endParaRPr>
        </a:p>
      </dgm:t>
    </dgm:pt>
    <dgm:pt modelId="{4DF9D67A-93FD-42C9-8A2E-39551712B644}" type="parTrans" cxnId="{0AB13A4B-0B48-448B-8E54-3E56DC18C5C9}">
      <dgm:prSet/>
      <dgm:spPr/>
      <dgm:t>
        <a:bodyPr/>
        <a:lstStyle/>
        <a:p>
          <a:endParaRPr lang="es-MX"/>
        </a:p>
      </dgm:t>
    </dgm:pt>
    <dgm:pt modelId="{BB6AC345-1F05-49FA-AABE-D63221EC24A5}" type="sibTrans" cxnId="{0AB13A4B-0B48-448B-8E54-3E56DC18C5C9}">
      <dgm:prSet/>
      <dgm:spPr/>
      <dgm:t>
        <a:bodyPr/>
        <a:lstStyle/>
        <a:p>
          <a:endParaRPr lang="es-MX"/>
        </a:p>
      </dgm:t>
    </dgm:pt>
    <dgm:pt modelId="{7C35A545-BD59-4971-A8E2-97BE5E1F9CFD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3.- Entendimiento del negocio</a:t>
          </a:r>
          <a:endParaRPr lang="en-US" dirty="0">
            <a:latin typeface="Calibri Light"/>
            <a:ea typeface="Verdana"/>
            <a:cs typeface="Calibri Light"/>
          </a:endParaRPr>
        </a:p>
      </dgm:t>
    </dgm:pt>
    <dgm:pt modelId="{7BEB6BB6-B6F0-4211-BE9C-994EC2757350}" type="parTrans" cxnId="{4D449DFA-8C11-4698-8D77-8D40BB714995}">
      <dgm:prSet/>
      <dgm:spPr/>
      <dgm:t>
        <a:bodyPr/>
        <a:lstStyle/>
        <a:p>
          <a:endParaRPr lang="es-MX"/>
        </a:p>
      </dgm:t>
    </dgm:pt>
    <dgm:pt modelId="{B1888101-2031-461F-93DC-2351F1BCAED7}" type="sibTrans" cxnId="{4D449DFA-8C11-4698-8D77-8D40BB714995}">
      <dgm:prSet/>
      <dgm:spPr/>
      <dgm:t>
        <a:bodyPr/>
        <a:lstStyle/>
        <a:p>
          <a:endParaRPr lang="es-MX"/>
        </a:p>
      </dgm:t>
    </dgm:pt>
    <dgm:pt modelId="{F594533C-6E36-43C5-802A-3975C7F02A0C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5.- Preparación de los datos</a:t>
          </a:r>
          <a:r>
            <a:rPr lang="en-US" dirty="0">
              <a:latin typeface="Calibri Light" panose="020F0302020204030204"/>
              <a:ea typeface="Verdana"/>
            </a:rPr>
            <a:t>.</a:t>
          </a:r>
        </a:p>
      </dgm:t>
    </dgm:pt>
    <dgm:pt modelId="{562F557A-013E-44C0-B7CA-648F5E113E4D}" type="parTrans" cxnId="{9D604307-CA34-4F8A-961E-7F95BB296C8F}">
      <dgm:prSet/>
      <dgm:spPr/>
      <dgm:t>
        <a:bodyPr/>
        <a:lstStyle/>
        <a:p>
          <a:endParaRPr lang="es-MX"/>
        </a:p>
      </dgm:t>
    </dgm:pt>
    <dgm:pt modelId="{5B8E3CEE-5CD8-4774-9EF8-4D1B49CD6506}" type="sibTrans" cxnId="{9D604307-CA34-4F8A-961E-7F95BB296C8F}">
      <dgm:prSet/>
      <dgm:spPr/>
      <dgm:t>
        <a:bodyPr/>
        <a:lstStyle/>
        <a:p>
          <a:endParaRPr lang="es-MX"/>
        </a:p>
      </dgm:t>
    </dgm:pt>
    <dgm:pt modelId="{3F0EC531-31A0-4C32-A0E9-5D91579796ED}" type="pres">
      <dgm:prSet presAssocID="{62DA617B-3749-4B1E-89E6-F2EDBAFD68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E68138-150E-4DE2-B510-949D15A0E91F}" type="pres">
      <dgm:prSet presAssocID="{7C35A545-BD59-4971-A8E2-97BE5E1F9CFD}" presName="hierRoot1" presStyleCnt="0"/>
      <dgm:spPr/>
    </dgm:pt>
    <dgm:pt modelId="{34B655F2-57F4-4B0C-89BA-24360DFF57C8}" type="pres">
      <dgm:prSet presAssocID="{7C35A545-BD59-4971-A8E2-97BE5E1F9CFD}" presName="composite" presStyleCnt="0"/>
      <dgm:spPr/>
    </dgm:pt>
    <dgm:pt modelId="{74C38E75-74E6-4777-8D74-4FF9EBED40D4}" type="pres">
      <dgm:prSet presAssocID="{7C35A545-BD59-4971-A8E2-97BE5E1F9CFD}" presName="background" presStyleLbl="node0" presStyleIdx="0" presStyleCnt="3"/>
      <dgm:spPr/>
    </dgm:pt>
    <dgm:pt modelId="{92FF2E19-DBB0-40E2-BDB2-660DE4D0D8B5}" type="pres">
      <dgm:prSet presAssocID="{7C35A545-BD59-4971-A8E2-97BE5E1F9CFD}" presName="text" presStyleLbl="fgAcc0" presStyleIdx="0" presStyleCnt="3">
        <dgm:presLayoutVars>
          <dgm:chPref val="3"/>
        </dgm:presLayoutVars>
      </dgm:prSet>
      <dgm:spPr/>
    </dgm:pt>
    <dgm:pt modelId="{36DF88FC-127D-4C2D-8FE6-3A75C07326B0}" type="pres">
      <dgm:prSet presAssocID="{7C35A545-BD59-4971-A8E2-97BE5E1F9CFD}" presName="hierChild2" presStyleCnt="0"/>
      <dgm:spPr/>
    </dgm:pt>
    <dgm:pt modelId="{12D69BBA-CC1C-40D3-95B8-1F352B5034CC}" type="pres">
      <dgm:prSet presAssocID="{D3853325-F9AD-4089-A4E0-882E9A11EC74}" presName="hierRoot1" presStyleCnt="0"/>
      <dgm:spPr/>
    </dgm:pt>
    <dgm:pt modelId="{E5E21C45-066D-4089-A03C-A2E6E173DD6C}" type="pres">
      <dgm:prSet presAssocID="{D3853325-F9AD-4089-A4E0-882E9A11EC74}" presName="composite" presStyleCnt="0"/>
      <dgm:spPr/>
    </dgm:pt>
    <dgm:pt modelId="{44756B81-4C73-4A0E-B8FE-52873B031B65}" type="pres">
      <dgm:prSet presAssocID="{D3853325-F9AD-4089-A4E0-882E9A11EC74}" presName="background" presStyleLbl="node0" presStyleIdx="1" presStyleCnt="3"/>
      <dgm:spPr/>
    </dgm:pt>
    <dgm:pt modelId="{36BCBF50-E99F-4F95-BFEB-0E943BA788DE}" type="pres">
      <dgm:prSet presAssocID="{D3853325-F9AD-4089-A4E0-882E9A11EC74}" presName="text" presStyleLbl="fgAcc0" presStyleIdx="1" presStyleCnt="3">
        <dgm:presLayoutVars>
          <dgm:chPref val="3"/>
        </dgm:presLayoutVars>
      </dgm:prSet>
      <dgm:spPr/>
    </dgm:pt>
    <dgm:pt modelId="{2D84E4B1-50DF-47BE-AE41-CE00C5EB0F55}" type="pres">
      <dgm:prSet presAssocID="{D3853325-F9AD-4089-A4E0-882E9A11EC74}" presName="hierChild2" presStyleCnt="0"/>
      <dgm:spPr/>
    </dgm:pt>
    <dgm:pt modelId="{1A5DC4C5-3740-4E35-B161-72F7D4FC66C6}" type="pres">
      <dgm:prSet presAssocID="{F594533C-6E36-43C5-802A-3975C7F02A0C}" presName="hierRoot1" presStyleCnt="0"/>
      <dgm:spPr/>
    </dgm:pt>
    <dgm:pt modelId="{E003F3D1-1088-48B2-A6F2-09BCCF6D0DE1}" type="pres">
      <dgm:prSet presAssocID="{F594533C-6E36-43C5-802A-3975C7F02A0C}" presName="composite" presStyleCnt="0"/>
      <dgm:spPr/>
    </dgm:pt>
    <dgm:pt modelId="{FA0833E9-DBEB-4592-83FD-58695D08178D}" type="pres">
      <dgm:prSet presAssocID="{F594533C-6E36-43C5-802A-3975C7F02A0C}" presName="background" presStyleLbl="node0" presStyleIdx="2" presStyleCnt="3"/>
      <dgm:spPr/>
    </dgm:pt>
    <dgm:pt modelId="{426DE18E-0F74-4EAE-903A-D348836AC177}" type="pres">
      <dgm:prSet presAssocID="{F594533C-6E36-43C5-802A-3975C7F02A0C}" presName="text" presStyleLbl="fgAcc0" presStyleIdx="2" presStyleCnt="3">
        <dgm:presLayoutVars>
          <dgm:chPref val="3"/>
        </dgm:presLayoutVars>
      </dgm:prSet>
      <dgm:spPr/>
    </dgm:pt>
    <dgm:pt modelId="{7C5DB33F-4012-492B-B035-CF30963A7FCD}" type="pres">
      <dgm:prSet presAssocID="{F594533C-6E36-43C5-802A-3975C7F02A0C}" presName="hierChild2" presStyleCnt="0"/>
      <dgm:spPr/>
    </dgm:pt>
  </dgm:ptLst>
  <dgm:cxnLst>
    <dgm:cxn modelId="{9D604307-CA34-4F8A-961E-7F95BB296C8F}" srcId="{62DA617B-3749-4B1E-89E6-F2EDBAFD68F7}" destId="{F594533C-6E36-43C5-802A-3975C7F02A0C}" srcOrd="2" destOrd="0" parTransId="{562F557A-013E-44C0-B7CA-648F5E113E4D}" sibTransId="{5B8E3CEE-5CD8-4774-9EF8-4D1B49CD6506}"/>
    <dgm:cxn modelId="{7164441F-3767-4D4F-94B1-D07F9F3DBD92}" type="presOf" srcId="{7C35A545-BD59-4971-A8E2-97BE5E1F9CFD}" destId="{92FF2E19-DBB0-40E2-BDB2-660DE4D0D8B5}" srcOrd="0" destOrd="0" presId="urn:microsoft.com/office/officeart/2005/8/layout/hierarchy1"/>
    <dgm:cxn modelId="{0AB13A4B-0B48-448B-8E54-3E56DC18C5C9}" srcId="{62DA617B-3749-4B1E-89E6-F2EDBAFD68F7}" destId="{D3853325-F9AD-4089-A4E0-882E9A11EC74}" srcOrd="1" destOrd="0" parTransId="{4DF9D67A-93FD-42C9-8A2E-39551712B644}" sibTransId="{BB6AC345-1F05-49FA-AABE-D63221EC24A5}"/>
    <dgm:cxn modelId="{12616E76-7965-45A2-A60A-4DBF619CA949}" type="presOf" srcId="{D3853325-F9AD-4089-A4E0-882E9A11EC74}" destId="{36BCBF50-E99F-4F95-BFEB-0E943BA788DE}" srcOrd="0" destOrd="0" presId="urn:microsoft.com/office/officeart/2005/8/layout/hierarchy1"/>
    <dgm:cxn modelId="{D288B980-26FC-4D8E-86B4-3814849ABAE1}" type="presOf" srcId="{62DA617B-3749-4B1E-89E6-F2EDBAFD68F7}" destId="{3F0EC531-31A0-4C32-A0E9-5D91579796ED}" srcOrd="0" destOrd="0" presId="urn:microsoft.com/office/officeart/2005/8/layout/hierarchy1"/>
    <dgm:cxn modelId="{B2A146CE-F310-4BD3-8B49-2FE2FB1A5970}" type="presOf" srcId="{F594533C-6E36-43C5-802A-3975C7F02A0C}" destId="{426DE18E-0F74-4EAE-903A-D348836AC177}" srcOrd="0" destOrd="0" presId="urn:microsoft.com/office/officeart/2005/8/layout/hierarchy1"/>
    <dgm:cxn modelId="{4D449DFA-8C11-4698-8D77-8D40BB714995}" srcId="{62DA617B-3749-4B1E-89E6-F2EDBAFD68F7}" destId="{7C35A545-BD59-4971-A8E2-97BE5E1F9CFD}" srcOrd="0" destOrd="0" parTransId="{7BEB6BB6-B6F0-4211-BE9C-994EC2757350}" sibTransId="{B1888101-2031-461F-93DC-2351F1BCAED7}"/>
    <dgm:cxn modelId="{3AB50997-EA24-42EE-89A5-9484403B5AC4}" type="presParOf" srcId="{3F0EC531-31A0-4C32-A0E9-5D91579796ED}" destId="{6DE68138-150E-4DE2-B510-949D15A0E91F}" srcOrd="0" destOrd="0" presId="urn:microsoft.com/office/officeart/2005/8/layout/hierarchy1"/>
    <dgm:cxn modelId="{816D5D1C-3A3F-4B58-98EA-461217C6E5CC}" type="presParOf" srcId="{6DE68138-150E-4DE2-B510-949D15A0E91F}" destId="{34B655F2-57F4-4B0C-89BA-24360DFF57C8}" srcOrd="0" destOrd="0" presId="urn:microsoft.com/office/officeart/2005/8/layout/hierarchy1"/>
    <dgm:cxn modelId="{8D56EE3E-8BC0-409A-A319-31293E37DCD6}" type="presParOf" srcId="{34B655F2-57F4-4B0C-89BA-24360DFF57C8}" destId="{74C38E75-74E6-4777-8D74-4FF9EBED40D4}" srcOrd="0" destOrd="0" presId="urn:microsoft.com/office/officeart/2005/8/layout/hierarchy1"/>
    <dgm:cxn modelId="{7742C1CC-B537-4604-9B94-28B6FF66F386}" type="presParOf" srcId="{34B655F2-57F4-4B0C-89BA-24360DFF57C8}" destId="{92FF2E19-DBB0-40E2-BDB2-660DE4D0D8B5}" srcOrd="1" destOrd="0" presId="urn:microsoft.com/office/officeart/2005/8/layout/hierarchy1"/>
    <dgm:cxn modelId="{0EAEB2EF-3F4B-4FF1-AD6A-D651D69A149F}" type="presParOf" srcId="{6DE68138-150E-4DE2-B510-949D15A0E91F}" destId="{36DF88FC-127D-4C2D-8FE6-3A75C07326B0}" srcOrd="1" destOrd="0" presId="urn:microsoft.com/office/officeart/2005/8/layout/hierarchy1"/>
    <dgm:cxn modelId="{C7144288-9E57-415B-840E-D999BBD7135E}" type="presParOf" srcId="{3F0EC531-31A0-4C32-A0E9-5D91579796ED}" destId="{12D69BBA-CC1C-40D3-95B8-1F352B5034CC}" srcOrd="1" destOrd="0" presId="urn:microsoft.com/office/officeart/2005/8/layout/hierarchy1"/>
    <dgm:cxn modelId="{78A45588-BAC2-48EB-8DAD-B04BC33E4645}" type="presParOf" srcId="{12D69BBA-CC1C-40D3-95B8-1F352B5034CC}" destId="{E5E21C45-066D-4089-A03C-A2E6E173DD6C}" srcOrd="0" destOrd="0" presId="urn:microsoft.com/office/officeart/2005/8/layout/hierarchy1"/>
    <dgm:cxn modelId="{D9F6D74A-7157-4B3A-91A7-06E0A33F6EBA}" type="presParOf" srcId="{E5E21C45-066D-4089-A03C-A2E6E173DD6C}" destId="{44756B81-4C73-4A0E-B8FE-52873B031B65}" srcOrd="0" destOrd="0" presId="urn:microsoft.com/office/officeart/2005/8/layout/hierarchy1"/>
    <dgm:cxn modelId="{4CA3EC53-9871-4FD3-8C51-B374C8703F2E}" type="presParOf" srcId="{E5E21C45-066D-4089-A03C-A2E6E173DD6C}" destId="{36BCBF50-E99F-4F95-BFEB-0E943BA788DE}" srcOrd="1" destOrd="0" presId="urn:microsoft.com/office/officeart/2005/8/layout/hierarchy1"/>
    <dgm:cxn modelId="{E8EB48DF-B363-44B4-94B0-FCC4B275DC09}" type="presParOf" srcId="{12D69BBA-CC1C-40D3-95B8-1F352B5034CC}" destId="{2D84E4B1-50DF-47BE-AE41-CE00C5EB0F55}" srcOrd="1" destOrd="0" presId="urn:microsoft.com/office/officeart/2005/8/layout/hierarchy1"/>
    <dgm:cxn modelId="{9197F9E8-F540-4187-8C08-16F806BA8AA8}" type="presParOf" srcId="{3F0EC531-31A0-4C32-A0E9-5D91579796ED}" destId="{1A5DC4C5-3740-4E35-B161-72F7D4FC66C6}" srcOrd="2" destOrd="0" presId="urn:microsoft.com/office/officeart/2005/8/layout/hierarchy1"/>
    <dgm:cxn modelId="{F30FAEC9-660E-40D2-B3C3-895A561C1304}" type="presParOf" srcId="{1A5DC4C5-3740-4E35-B161-72F7D4FC66C6}" destId="{E003F3D1-1088-48B2-A6F2-09BCCF6D0DE1}" srcOrd="0" destOrd="0" presId="urn:microsoft.com/office/officeart/2005/8/layout/hierarchy1"/>
    <dgm:cxn modelId="{B00A7684-1FF2-4800-AB3F-A91288AB9450}" type="presParOf" srcId="{E003F3D1-1088-48B2-A6F2-09BCCF6D0DE1}" destId="{FA0833E9-DBEB-4592-83FD-58695D08178D}" srcOrd="0" destOrd="0" presId="urn:microsoft.com/office/officeart/2005/8/layout/hierarchy1"/>
    <dgm:cxn modelId="{0F8F9F88-25E1-4B0A-B782-92F0245520FB}" type="presParOf" srcId="{E003F3D1-1088-48B2-A6F2-09BCCF6D0DE1}" destId="{426DE18E-0F74-4EAE-903A-D348836AC177}" srcOrd="1" destOrd="0" presId="urn:microsoft.com/office/officeart/2005/8/layout/hierarchy1"/>
    <dgm:cxn modelId="{34794F58-BB86-492F-8E73-885EEB9B829C}" type="presParOf" srcId="{1A5DC4C5-3740-4E35-B161-72F7D4FC66C6}" destId="{7C5DB33F-4012-492B-B035-CF30963A7F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DA617B-3749-4B1E-89E6-F2EDBAFD68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853325-F9AD-4089-A4E0-882E9A11EC74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7.- Evaluación</a:t>
          </a:r>
          <a:endParaRPr lang="en-US" dirty="0">
            <a:ea typeface="Verdana"/>
          </a:endParaRPr>
        </a:p>
      </dgm:t>
    </dgm:pt>
    <dgm:pt modelId="{4DF9D67A-93FD-42C9-8A2E-39551712B644}" type="parTrans" cxnId="{0AB13A4B-0B48-448B-8E54-3E56DC18C5C9}">
      <dgm:prSet/>
      <dgm:spPr/>
      <dgm:t>
        <a:bodyPr/>
        <a:lstStyle/>
        <a:p>
          <a:endParaRPr lang="es-MX"/>
        </a:p>
      </dgm:t>
    </dgm:pt>
    <dgm:pt modelId="{BB6AC345-1F05-49FA-AABE-D63221EC24A5}" type="sibTrans" cxnId="{0AB13A4B-0B48-448B-8E54-3E56DC18C5C9}">
      <dgm:prSet/>
      <dgm:spPr/>
      <dgm:t>
        <a:bodyPr/>
        <a:lstStyle/>
        <a:p>
          <a:endParaRPr lang="es-MX"/>
        </a:p>
      </dgm:t>
    </dgm:pt>
    <dgm:pt modelId="{7C35A545-BD59-4971-A8E2-97BE5E1F9CFD}">
      <dgm:prSet phldr="0"/>
      <dgm:spPr/>
      <dgm:t>
        <a:bodyPr/>
        <a:lstStyle/>
        <a:p>
          <a:pPr algn="l" rtl="0">
            <a:lnSpc>
              <a:spcPct val="100000"/>
            </a:lnSpc>
          </a:pPr>
          <a:endParaRPr lang="es-MX" dirty="0"/>
        </a:p>
        <a:p>
          <a:r>
            <a:rPr lang="es-MX" dirty="0"/>
            <a:t>6.- Modelado</a:t>
          </a:r>
          <a:endParaRPr lang="en-US" dirty="0">
            <a:latin typeface="Calibri Light"/>
            <a:ea typeface="Verdana"/>
            <a:cs typeface="Calibri Light"/>
          </a:endParaRPr>
        </a:p>
      </dgm:t>
    </dgm:pt>
    <dgm:pt modelId="{7BEB6BB6-B6F0-4211-BE9C-994EC2757350}" type="parTrans" cxnId="{4D449DFA-8C11-4698-8D77-8D40BB714995}">
      <dgm:prSet/>
      <dgm:spPr/>
      <dgm:t>
        <a:bodyPr/>
        <a:lstStyle/>
        <a:p>
          <a:endParaRPr lang="es-MX"/>
        </a:p>
      </dgm:t>
    </dgm:pt>
    <dgm:pt modelId="{B1888101-2031-461F-93DC-2351F1BCAED7}" type="sibTrans" cxnId="{4D449DFA-8C11-4698-8D77-8D40BB714995}">
      <dgm:prSet/>
      <dgm:spPr/>
      <dgm:t>
        <a:bodyPr/>
        <a:lstStyle/>
        <a:p>
          <a:endParaRPr lang="es-MX"/>
        </a:p>
      </dgm:t>
    </dgm:pt>
    <dgm:pt modelId="{F594533C-6E36-43C5-802A-3975C7F02A0C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8.- Conclusiones</a:t>
          </a:r>
          <a:endParaRPr lang="en-US" dirty="0">
            <a:latin typeface="Calibri Light" panose="020F0302020204030204"/>
            <a:ea typeface="Verdana"/>
          </a:endParaRPr>
        </a:p>
      </dgm:t>
    </dgm:pt>
    <dgm:pt modelId="{562F557A-013E-44C0-B7CA-648F5E113E4D}" type="parTrans" cxnId="{9D604307-CA34-4F8A-961E-7F95BB296C8F}">
      <dgm:prSet/>
      <dgm:spPr/>
      <dgm:t>
        <a:bodyPr/>
        <a:lstStyle/>
        <a:p>
          <a:endParaRPr lang="es-MX"/>
        </a:p>
      </dgm:t>
    </dgm:pt>
    <dgm:pt modelId="{5B8E3CEE-5CD8-4774-9EF8-4D1B49CD6506}" type="sibTrans" cxnId="{9D604307-CA34-4F8A-961E-7F95BB296C8F}">
      <dgm:prSet/>
      <dgm:spPr/>
      <dgm:t>
        <a:bodyPr/>
        <a:lstStyle/>
        <a:p>
          <a:endParaRPr lang="es-MX"/>
        </a:p>
      </dgm:t>
    </dgm:pt>
    <dgm:pt modelId="{3F0EC531-31A0-4C32-A0E9-5D91579796ED}" type="pres">
      <dgm:prSet presAssocID="{62DA617B-3749-4B1E-89E6-F2EDBAFD68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E68138-150E-4DE2-B510-949D15A0E91F}" type="pres">
      <dgm:prSet presAssocID="{7C35A545-BD59-4971-A8E2-97BE5E1F9CFD}" presName="hierRoot1" presStyleCnt="0"/>
      <dgm:spPr/>
    </dgm:pt>
    <dgm:pt modelId="{34B655F2-57F4-4B0C-89BA-24360DFF57C8}" type="pres">
      <dgm:prSet presAssocID="{7C35A545-BD59-4971-A8E2-97BE5E1F9CFD}" presName="composite" presStyleCnt="0"/>
      <dgm:spPr/>
    </dgm:pt>
    <dgm:pt modelId="{74C38E75-74E6-4777-8D74-4FF9EBED40D4}" type="pres">
      <dgm:prSet presAssocID="{7C35A545-BD59-4971-A8E2-97BE5E1F9CFD}" presName="background" presStyleLbl="node0" presStyleIdx="0" presStyleCnt="3"/>
      <dgm:spPr/>
    </dgm:pt>
    <dgm:pt modelId="{92FF2E19-DBB0-40E2-BDB2-660DE4D0D8B5}" type="pres">
      <dgm:prSet presAssocID="{7C35A545-BD59-4971-A8E2-97BE5E1F9CFD}" presName="text" presStyleLbl="fgAcc0" presStyleIdx="0" presStyleCnt="3">
        <dgm:presLayoutVars>
          <dgm:chPref val="3"/>
        </dgm:presLayoutVars>
      </dgm:prSet>
      <dgm:spPr/>
    </dgm:pt>
    <dgm:pt modelId="{36DF88FC-127D-4C2D-8FE6-3A75C07326B0}" type="pres">
      <dgm:prSet presAssocID="{7C35A545-BD59-4971-A8E2-97BE5E1F9CFD}" presName="hierChild2" presStyleCnt="0"/>
      <dgm:spPr/>
    </dgm:pt>
    <dgm:pt modelId="{12D69BBA-CC1C-40D3-95B8-1F352B5034CC}" type="pres">
      <dgm:prSet presAssocID="{D3853325-F9AD-4089-A4E0-882E9A11EC74}" presName="hierRoot1" presStyleCnt="0"/>
      <dgm:spPr/>
    </dgm:pt>
    <dgm:pt modelId="{E5E21C45-066D-4089-A03C-A2E6E173DD6C}" type="pres">
      <dgm:prSet presAssocID="{D3853325-F9AD-4089-A4E0-882E9A11EC74}" presName="composite" presStyleCnt="0"/>
      <dgm:spPr/>
    </dgm:pt>
    <dgm:pt modelId="{44756B81-4C73-4A0E-B8FE-52873B031B65}" type="pres">
      <dgm:prSet presAssocID="{D3853325-F9AD-4089-A4E0-882E9A11EC74}" presName="background" presStyleLbl="node0" presStyleIdx="1" presStyleCnt="3"/>
      <dgm:spPr/>
    </dgm:pt>
    <dgm:pt modelId="{36BCBF50-E99F-4F95-BFEB-0E943BA788DE}" type="pres">
      <dgm:prSet presAssocID="{D3853325-F9AD-4089-A4E0-882E9A11EC74}" presName="text" presStyleLbl="fgAcc0" presStyleIdx="1" presStyleCnt="3">
        <dgm:presLayoutVars>
          <dgm:chPref val="3"/>
        </dgm:presLayoutVars>
      </dgm:prSet>
      <dgm:spPr/>
    </dgm:pt>
    <dgm:pt modelId="{2D84E4B1-50DF-47BE-AE41-CE00C5EB0F55}" type="pres">
      <dgm:prSet presAssocID="{D3853325-F9AD-4089-A4E0-882E9A11EC74}" presName="hierChild2" presStyleCnt="0"/>
      <dgm:spPr/>
    </dgm:pt>
    <dgm:pt modelId="{1A5DC4C5-3740-4E35-B161-72F7D4FC66C6}" type="pres">
      <dgm:prSet presAssocID="{F594533C-6E36-43C5-802A-3975C7F02A0C}" presName="hierRoot1" presStyleCnt="0"/>
      <dgm:spPr/>
    </dgm:pt>
    <dgm:pt modelId="{E003F3D1-1088-48B2-A6F2-09BCCF6D0DE1}" type="pres">
      <dgm:prSet presAssocID="{F594533C-6E36-43C5-802A-3975C7F02A0C}" presName="composite" presStyleCnt="0"/>
      <dgm:spPr/>
    </dgm:pt>
    <dgm:pt modelId="{FA0833E9-DBEB-4592-83FD-58695D08178D}" type="pres">
      <dgm:prSet presAssocID="{F594533C-6E36-43C5-802A-3975C7F02A0C}" presName="background" presStyleLbl="node0" presStyleIdx="2" presStyleCnt="3"/>
      <dgm:spPr/>
    </dgm:pt>
    <dgm:pt modelId="{426DE18E-0F74-4EAE-903A-D348836AC177}" type="pres">
      <dgm:prSet presAssocID="{F594533C-6E36-43C5-802A-3975C7F02A0C}" presName="text" presStyleLbl="fgAcc0" presStyleIdx="2" presStyleCnt="3">
        <dgm:presLayoutVars>
          <dgm:chPref val="3"/>
        </dgm:presLayoutVars>
      </dgm:prSet>
      <dgm:spPr/>
    </dgm:pt>
    <dgm:pt modelId="{7C5DB33F-4012-492B-B035-CF30963A7FCD}" type="pres">
      <dgm:prSet presAssocID="{F594533C-6E36-43C5-802A-3975C7F02A0C}" presName="hierChild2" presStyleCnt="0"/>
      <dgm:spPr/>
    </dgm:pt>
  </dgm:ptLst>
  <dgm:cxnLst>
    <dgm:cxn modelId="{9D604307-CA34-4F8A-961E-7F95BB296C8F}" srcId="{62DA617B-3749-4B1E-89E6-F2EDBAFD68F7}" destId="{F594533C-6E36-43C5-802A-3975C7F02A0C}" srcOrd="2" destOrd="0" parTransId="{562F557A-013E-44C0-B7CA-648F5E113E4D}" sibTransId="{5B8E3CEE-5CD8-4774-9EF8-4D1B49CD6506}"/>
    <dgm:cxn modelId="{7164441F-3767-4D4F-94B1-D07F9F3DBD92}" type="presOf" srcId="{7C35A545-BD59-4971-A8E2-97BE5E1F9CFD}" destId="{92FF2E19-DBB0-40E2-BDB2-660DE4D0D8B5}" srcOrd="0" destOrd="0" presId="urn:microsoft.com/office/officeart/2005/8/layout/hierarchy1"/>
    <dgm:cxn modelId="{0AB13A4B-0B48-448B-8E54-3E56DC18C5C9}" srcId="{62DA617B-3749-4B1E-89E6-F2EDBAFD68F7}" destId="{D3853325-F9AD-4089-A4E0-882E9A11EC74}" srcOrd="1" destOrd="0" parTransId="{4DF9D67A-93FD-42C9-8A2E-39551712B644}" sibTransId="{BB6AC345-1F05-49FA-AABE-D63221EC24A5}"/>
    <dgm:cxn modelId="{12616E76-7965-45A2-A60A-4DBF619CA949}" type="presOf" srcId="{D3853325-F9AD-4089-A4E0-882E9A11EC74}" destId="{36BCBF50-E99F-4F95-BFEB-0E943BA788DE}" srcOrd="0" destOrd="0" presId="urn:microsoft.com/office/officeart/2005/8/layout/hierarchy1"/>
    <dgm:cxn modelId="{D288B980-26FC-4D8E-86B4-3814849ABAE1}" type="presOf" srcId="{62DA617B-3749-4B1E-89E6-F2EDBAFD68F7}" destId="{3F0EC531-31A0-4C32-A0E9-5D91579796ED}" srcOrd="0" destOrd="0" presId="urn:microsoft.com/office/officeart/2005/8/layout/hierarchy1"/>
    <dgm:cxn modelId="{B2A146CE-F310-4BD3-8B49-2FE2FB1A5970}" type="presOf" srcId="{F594533C-6E36-43C5-802A-3975C7F02A0C}" destId="{426DE18E-0F74-4EAE-903A-D348836AC177}" srcOrd="0" destOrd="0" presId="urn:microsoft.com/office/officeart/2005/8/layout/hierarchy1"/>
    <dgm:cxn modelId="{4D449DFA-8C11-4698-8D77-8D40BB714995}" srcId="{62DA617B-3749-4B1E-89E6-F2EDBAFD68F7}" destId="{7C35A545-BD59-4971-A8E2-97BE5E1F9CFD}" srcOrd="0" destOrd="0" parTransId="{7BEB6BB6-B6F0-4211-BE9C-994EC2757350}" sibTransId="{B1888101-2031-461F-93DC-2351F1BCAED7}"/>
    <dgm:cxn modelId="{3AB50997-EA24-42EE-89A5-9484403B5AC4}" type="presParOf" srcId="{3F0EC531-31A0-4C32-A0E9-5D91579796ED}" destId="{6DE68138-150E-4DE2-B510-949D15A0E91F}" srcOrd="0" destOrd="0" presId="urn:microsoft.com/office/officeart/2005/8/layout/hierarchy1"/>
    <dgm:cxn modelId="{816D5D1C-3A3F-4B58-98EA-461217C6E5CC}" type="presParOf" srcId="{6DE68138-150E-4DE2-B510-949D15A0E91F}" destId="{34B655F2-57F4-4B0C-89BA-24360DFF57C8}" srcOrd="0" destOrd="0" presId="urn:microsoft.com/office/officeart/2005/8/layout/hierarchy1"/>
    <dgm:cxn modelId="{8D56EE3E-8BC0-409A-A319-31293E37DCD6}" type="presParOf" srcId="{34B655F2-57F4-4B0C-89BA-24360DFF57C8}" destId="{74C38E75-74E6-4777-8D74-4FF9EBED40D4}" srcOrd="0" destOrd="0" presId="urn:microsoft.com/office/officeart/2005/8/layout/hierarchy1"/>
    <dgm:cxn modelId="{7742C1CC-B537-4604-9B94-28B6FF66F386}" type="presParOf" srcId="{34B655F2-57F4-4B0C-89BA-24360DFF57C8}" destId="{92FF2E19-DBB0-40E2-BDB2-660DE4D0D8B5}" srcOrd="1" destOrd="0" presId="urn:microsoft.com/office/officeart/2005/8/layout/hierarchy1"/>
    <dgm:cxn modelId="{0EAEB2EF-3F4B-4FF1-AD6A-D651D69A149F}" type="presParOf" srcId="{6DE68138-150E-4DE2-B510-949D15A0E91F}" destId="{36DF88FC-127D-4C2D-8FE6-3A75C07326B0}" srcOrd="1" destOrd="0" presId="urn:microsoft.com/office/officeart/2005/8/layout/hierarchy1"/>
    <dgm:cxn modelId="{C7144288-9E57-415B-840E-D999BBD7135E}" type="presParOf" srcId="{3F0EC531-31A0-4C32-A0E9-5D91579796ED}" destId="{12D69BBA-CC1C-40D3-95B8-1F352B5034CC}" srcOrd="1" destOrd="0" presId="urn:microsoft.com/office/officeart/2005/8/layout/hierarchy1"/>
    <dgm:cxn modelId="{78A45588-BAC2-48EB-8DAD-B04BC33E4645}" type="presParOf" srcId="{12D69BBA-CC1C-40D3-95B8-1F352B5034CC}" destId="{E5E21C45-066D-4089-A03C-A2E6E173DD6C}" srcOrd="0" destOrd="0" presId="urn:microsoft.com/office/officeart/2005/8/layout/hierarchy1"/>
    <dgm:cxn modelId="{D9F6D74A-7157-4B3A-91A7-06E0A33F6EBA}" type="presParOf" srcId="{E5E21C45-066D-4089-A03C-A2E6E173DD6C}" destId="{44756B81-4C73-4A0E-B8FE-52873B031B65}" srcOrd="0" destOrd="0" presId="urn:microsoft.com/office/officeart/2005/8/layout/hierarchy1"/>
    <dgm:cxn modelId="{4CA3EC53-9871-4FD3-8C51-B374C8703F2E}" type="presParOf" srcId="{E5E21C45-066D-4089-A03C-A2E6E173DD6C}" destId="{36BCBF50-E99F-4F95-BFEB-0E943BA788DE}" srcOrd="1" destOrd="0" presId="urn:microsoft.com/office/officeart/2005/8/layout/hierarchy1"/>
    <dgm:cxn modelId="{E8EB48DF-B363-44B4-94B0-FCC4B275DC09}" type="presParOf" srcId="{12D69BBA-CC1C-40D3-95B8-1F352B5034CC}" destId="{2D84E4B1-50DF-47BE-AE41-CE00C5EB0F55}" srcOrd="1" destOrd="0" presId="urn:microsoft.com/office/officeart/2005/8/layout/hierarchy1"/>
    <dgm:cxn modelId="{9197F9E8-F540-4187-8C08-16F806BA8AA8}" type="presParOf" srcId="{3F0EC531-31A0-4C32-A0E9-5D91579796ED}" destId="{1A5DC4C5-3740-4E35-B161-72F7D4FC66C6}" srcOrd="2" destOrd="0" presId="urn:microsoft.com/office/officeart/2005/8/layout/hierarchy1"/>
    <dgm:cxn modelId="{F30FAEC9-660E-40D2-B3C3-895A561C1304}" type="presParOf" srcId="{1A5DC4C5-3740-4E35-B161-72F7D4FC66C6}" destId="{E003F3D1-1088-48B2-A6F2-09BCCF6D0DE1}" srcOrd="0" destOrd="0" presId="urn:microsoft.com/office/officeart/2005/8/layout/hierarchy1"/>
    <dgm:cxn modelId="{B00A7684-1FF2-4800-AB3F-A91288AB9450}" type="presParOf" srcId="{E003F3D1-1088-48B2-A6F2-09BCCF6D0DE1}" destId="{FA0833E9-DBEB-4592-83FD-58695D08178D}" srcOrd="0" destOrd="0" presId="urn:microsoft.com/office/officeart/2005/8/layout/hierarchy1"/>
    <dgm:cxn modelId="{0F8F9F88-25E1-4B0A-B782-92F0245520FB}" type="presParOf" srcId="{E003F3D1-1088-48B2-A6F2-09BCCF6D0DE1}" destId="{426DE18E-0F74-4EAE-903A-D348836AC177}" srcOrd="1" destOrd="0" presId="urn:microsoft.com/office/officeart/2005/8/layout/hierarchy1"/>
    <dgm:cxn modelId="{34794F58-BB86-492F-8E73-885EEB9B829C}" type="presParOf" srcId="{1A5DC4C5-3740-4E35-B161-72F7D4FC66C6}" destId="{7C5DB33F-4012-492B-B035-CF30963A7F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10C7825-CA3C-4D87-AB1A-4341B77FAB4F}">
      <dgm:prSet phldr="0"/>
      <dgm:spPr/>
      <dgm:t>
        <a:bodyPr/>
        <a:lstStyle/>
        <a:p>
          <a:r>
            <a:rPr lang="es-MX" dirty="0"/>
            <a:t>Cuadernos de trabajo </a:t>
          </a:r>
          <a:r>
            <a:rPr lang="es-MX" dirty="0" err="1"/>
            <a:t>Jupyter</a:t>
          </a:r>
          <a:r>
            <a:rPr lang="es-MX" dirty="0"/>
            <a:t> Notebook(Incluir nombre del participante y nombre del seminario)</a:t>
          </a:r>
        </a:p>
        <a:p>
          <a:r>
            <a:rPr lang="es-MX" dirty="0"/>
            <a:t>Reporte final en </a:t>
          </a:r>
          <a:r>
            <a:rPr lang="es-MX" dirty="0" err="1"/>
            <a:t>word</a:t>
          </a:r>
          <a:r>
            <a:rPr lang="es-MX" dirty="0"/>
            <a:t> deberá incluir los pasos de la metodología (Incluir portada, introducción y conclusión).</a:t>
          </a:r>
          <a:endParaRPr lang="en-US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ADA611C7-2256-448E-8893-F785E141EFB5}">
      <dgm:prSet phldr="0"/>
      <dgm:spPr/>
      <dgm:t>
        <a:bodyPr/>
        <a:lstStyle/>
        <a:p>
          <a:pPr algn="l" rtl="0"/>
          <a:r>
            <a:rPr lang="es-MX" dirty="0"/>
            <a:t>Presentación ejecutiva en </a:t>
          </a:r>
          <a:r>
            <a:rPr lang="es-MX" dirty="0" err="1"/>
            <a:t>power</a:t>
          </a:r>
          <a:r>
            <a:rPr lang="es-MX" dirty="0"/>
            <a:t> </a:t>
          </a:r>
          <a:r>
            <a:rPr lang="es-MX" dirty="0" err="1"/>
            <a:t>point</a:t>
          </a:r>
          <a:r>
            <a:rPr lang="es-MX" dirty="0"/>
            <a:t> sobre su proyecto. el contenido es el que el participante considere necesario.</a:t>
          </a:r>
          <a:endParaRPr lang="en-US" dirty="0">
            <a:latin typeface="Verdana"/>
            <a:ea typeface="Verdana"/>
          </a:endParaRPr>
        </a:p>
      </dgm:t>
    </dgm:pt>
    <dgm:pt modelId="{B7D626EE-5D78-49C0-895B-1163C77A9949}" type="parTrans" cxnId="{10A88389-8520-4A02-9CD4-F7A5D7FAE639}">
      <dgm:prSet/>
      <dgm:spPr/>
      <dgm:t>
        <a:bodyPr/>
        <a:lstStyle/>
        <a:p>
          <a:endParaRPr lang="es-MX"/>
        </a:p>
      </dgm:t>
    </dgm:pt>
    <dgm:pt modelId="{DF1418A9-3860-4408-BAE9-6221C582D895}" type="sibTrans" cxnId="{10A88389-8520-4A02-9CD4-F7A5D7FAE639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2" custLinFactY="-10559" custLinFactNeighborX="-12" custLinFactNeighborY="-100000">
        <dgm:presLayoutVars>
          <dgm:chMax val="0"/>
          <dgm:bulletEnabled val="1"/>
        </dgm:presLayoutVars>
      </dgm:prSet>
      <dgm:spPr/>
    </dgm:pt>
    <dgm:pt modelId="{C4F9F777-430D-4D3C-A214-419683B6558C}" type="pres">
      <dgm:prSet presAssocID="{E4F053D5-5865-4213-9094-AD2939C5BE45}" presName="spacer" presStyleCnt="0"/>
      <dgm:spPr/>
    </dgm:pt>
    <dgm:pt modelId="{555B0EB0-F8DC-4F4A-86A8-619FE0FAA47D}" type="pres">
      <dgm:prSet presAssocID="{ADA611C7-2256-448E-8893-F785E141EF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8F5F503A-8527-4F68-8B2D-4C67CAFE2BF7}" type="presOf" srcId="{ADA611C7-2256-448E-8893-F785E141EFB5}" destId="{555B0EB0-F8DC-4F4A-86A8-619FE0FAA47D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10A88389-8520-4A02-9CD4-F7A5D7FAE639}" srcId="{E53C2117-ECE8-4A14-99EA-1AF3C123DAE6}" destId="{ADA611C7-2256-448E-8893-F785E141EFB5}" srcOrd="1" destOrd="0" parTransId="{B7D626EE-5D78-49C0-895B-1163C77A9949}" sibTransId="{DF1418A9-3860-4408-BAE9-6221C582D895}"/>
    <dgm:cxn modelId="{DA99A040-D39F-4D12-BFEA-349B4D28D083}" type="presParOf" srcId="{0AF8512B-EF04-4F01-9FBF-41808C4AE452}" destId="{9529FB48-79E8-44D5-BA6C-A5A373C3A95E}" srcOrd="0" destOrd="0" presId="urn:microsoft.com/office/officeart/2005/8/layout/vList2"/>
    <dgm:cxn modelId="{1BF85FD4-08A1-4D40-BE16-F2539C1D9A3A}" type="presParOf" srcId="{0AF8512B-EF04-4F01-9FBF-41808C4AE452}" destId="{C4F9F777-430D-4D3C-A214-419683B6558C}" srcOrd="1" destOrd="0" presId="urn:microsoft.com/office/officeart/2005/8/layout/vList2"/>
    <dgm:cxn modelId="{DDAFDD09-98DC-4D20-BAFB-28E5326DBA9B}" type="presParOf" srcId="{0AF8512B-EF04-4F01-9FBF-41808C4AE452}" destId="{555B0EB0-F8DC-4F4A-86A8-619FE0FAA4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173628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Paso 1.- Breve introducción de su proyecto y la situación actual.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Agregar problemática actual y lo que se intenta resolver mediante el proyecto de ciencia de datos.</a:t>
          </a:r>
          <a:endParaRPr lang="en-US" sz="2800" kern="1200" dirty="0">
            <a:latin typeface="Verdana"/>
            <a:ea typeface="Verdana"/>
          </a:endParaRPr>
        </a:p>
      </dsp:txBody>
      <dsp:txXfrm>
        <a:off x="84758" y="84758"/>
        <a:ext cx="11571979" cy="1566764"/>
      </dsp:txXfrm>
    </dsp:sp>
    <dsp:sp modelId="{555B0EB0-F8DC-4F4A-86A8-619FE0FAA47D}">
      <dsp:nvSpPr>
        <dsp:cNvPr id="0" name=""/>
        <dsp:cNvSpPr/>
      </dsp:nvSpPr>
      <dsp:spPr>
        <a:xfrm>
          <a:off x="0" y="1855840"/>
          <a:ext cx="11741495" cy="173628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Paso 2.- Crear un cronograma de actividades.</a:t>
          </a:r>
          <a:endParaRPr lang="en-US" sz="2800" kern="1200" dirty="0">
            <a:latin typeface="Verdana"/>
            <a:ea typeface="Verdana"/>
          </a:endParaRPr>
        </a:p>
      </dsp:txBody>
      <dsp:txXfrm>
        <a:off x="84758" y="1940598"/>
        <a:ext cx="11571979" cy="1566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38E75-74E6-4777-8D74-4FF9EBED40D4}">
      <dsp:nvSpPr>
        <dsp:cNvPr id="0" name=""/>
        <dsp:cNvSpPr/>
      </dsp:nvSpPr>
      <dsp:spPr>
        <a:xfrm>
          <a:off x="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F2E19-DBB0-40E2-BDB2-660DE4D0D8B5}">
      <dsp:nvSpPr>
        <dsp:cNvPr id="0" name=""/>
        <dsp:cNvSpPr/>
      </dsp:nvSpPr>
      <dsp:spPr>
        <a:xfrm>
          <a:off x="35035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3.- Entendimiento del negocio</a:t>
          </a:r>
          <a:endParaRPr lang="en-US" sz="3400" kern="1200" dirty="0">
            <a:latin typeface="Calibri Light"/>
            <a:ea typeface="Verdana"/>
            <a:cs typeface="Calibri Light"/>
          </a:endParaRPr>
        </a:p>
      </dsp:txBody>
      <dsp:txXfrm>
        <a:off x="409003" y="483669"/>
        <a:ext cx="3035933" cy="1885007"/>
      </dsp:txXfrm>
    </dsp:sp>
    <dsp:sp modelId="{44756B81-4C73-4A0E-B8FE-52873B031B65}">
      <dsp:nvSpPr>
        <dsp:cNvPr id="0" name=""/>
        <dsp:cNvSpPr/>
      </dsp:nvSpPr>
      <dsp:spPr>
        <a:xfrm>
          <a:off x="385394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CBF50-E99F-4F95-BFEB-0E943BA788DE}">
      <dsp:nvSpPr>
        <dsp:cNvPr id="0" name=""/>
        <dsp:cNvSpPr/>
      </dsp:nvSpPr>
      <dsp:spPr>
        <a:xfrm>
          <a:off x="420429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4.- Entendimiento de los datos</a:t>
          </a:r>
          <a:r>
            <a:rPr lang="en-US" sz="3400" kern="1200" dirty="0"/>
            <a:t>.</a:t>
          </a:r>
          <a:endParaRPr lang="en-US" sz="3400" kern="1200" dirty="0">
            <a:ea typeface="Verdana"/>
          </a:endParaRPr>
        </a:p>
      </dsp:txBody>
      <dsp:txXfrm>
        <a:off x="4262943" y="483669"/>
        <a:ext cx="3035933" cy="1885007"/>
      </dsp:txXfrm>
    </dsp:sp>
    <dsp:sp modelId="{FA0833E9-DBEB-4592-83FD-58695D08178D}">
      <dsp:nvSpPr>
        <dsp:cNvPr id="0" name=""/>
        <dsp:cNvSpPr/>
      </dsp:nvSpPr>
      <dsp:spPr>
        <a:xfrm>
          <a:off x="770788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DE18E-0F74-4EAE-903A-D348836AC177}">
      <dsp:nvSpPr>
        <dsp:cNvPr id="0" name=""/>
        <dsp:cNvSpPr/>
      </dsp:nvSpPr>
      <dsp:spPr>
        <a:xfrm>
          <a:off x="805823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5.- Preparación de los datos</a:t>
          </a:r>
          <a:r>
            <a:rPr lang="en-US" sz="3400" kern="1200" dirty="0">
              <a:latin typeface="Calibri Light" panose="020F0302020204030204"/>
              <a:ea typeface="Verdana"/>
            </a:rPr>
            <a:t>.</a:t>
          </a:r>
        </a:p>
      </dsp:txBody>
      <dsp:txXfrm>
        <a:off x="8116883" y="483669"/>
        <a:ext cx="3035933" cy="1885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38E75-74E6-4777-8D74-4FF9EBED40D4}">
      <dsp:nvSpPr>
        <dsp:cNvPr id="0" name=""/>
        <dsp:cNvSpPr/>
      </dsp:nvSpPr>
      <dsp:spPr>
        <a:xfrm>
          <a:off x="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F2E19-DBB0-40E2-BDB2-660DE4D0D8B5}">
      <dsp:nvSpPr>
        <dsp:cNvPr id="0" name=""/>
        <dsp:cNvSpPr/>
      </dsp:nvSpPr>
      <dsp:spPr>
        <a:xfrm>
          <a:off x="35035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3900" kern="1200" dirty="0"/>
        </a:p>
        <a:p>
          <a:pPr marL="0" lvl="0" indent="0" defTabSz="1733550"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6.- Modelado</a:t>
          </a:r>
          <a:endParaRPr lang="en-US" sz="3900" kern="1200" dirty="0">
            <a:latin typeface="Calibri Light"/>
            <a:ea typeface="Verdana"/>
            <a:cs typeface="Calibri Light"/>
          </a:endParaRPr>
        </a:p>
      </dsp:txBody>
      <dsp:txXfrm>
        <a:off x="409003" y="483669"/>
        <a:ext cx="3035933" cy="1885007"/>
      </dsp:txXfrm>
    </dsp:sp>
    <dsp:sp modelId="{44756B81-4C73-4A0E-B8FE-52873B031B65}">
      <dsp:nvSpPr>
        <dsp:cNvPr id="0" name=""/>
        <dsp:cNvSpPr/>
      </dsp:nvSpPr>
      <dsp:spPr>
        <a:xfrm>
          <a:off x="385394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CBF50-E99F-4F95-BFEB-0E943BA788DE}">
      <dsp:nvSpPr>
        <dsp:cNvPr id="0" name=""/>
        <dsp:cNvSpPr/>
      </dsp:nvSpPr>
      <dsp:spPr>
        <a:xfrm>
          <a:off x="420429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7.- Evaluación</a:t>
          </a:r>
          <a:endParaRPr lang="en-US" sz="3900" kern="1200" dirty="0">
            <a:ea typeface="Verdana"/>
          </a:endParaRPr>
        </a:p>
      </dsp:txBody>
      <dsp:txXfrm>
        <a:off x="4262943" y="483669"/>
        <a:ext cx="3035933" cy="1885007"/>
      </dsp:txXfrm>
    </dsp:sp>
    <dsp:sp modelId="{FA0833E9-DBEB-4592-83FD-58695D08178D}">
      <dsp:nvSpPr>
        <dsp:cNvPr id="0" name=""/>
        <dsp:cNvSpPr/>
      </dsp:nvSpPr>
      <dsp:spPr>
        <a:xfrm>
          <a:off x="770788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DE18E-0F74-4EAE-903A-D348836AC177}">
      <dsp:nvSpPr>
        <dsp:cNvPr id="0" name=""/>
        <dsp:cNvSpPr/>
      </dsp:nvSpPr>
      <dsp:spPr>
        <a:xfrm>
          <a:off x="805823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8.- Conclusiones</a:t>
          </a:r>
          <a:endParaRPr lang="en-US" sz="3900" kern="1200" dirty="0">
            <a:latin typeface="Calibri Light" panose="020F0302020204030204"/>
            <a:ea typeface="Verdana"/>
          </a:endParaRPr>
        </a:p>
      </dsp:txBody>
      <dsp:txXfrm>
        <a:off x="8116883" y="483669"/>
        <a:ext cx="3035933" cy="1885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17760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Cuadernos de trabajo </a:t>
          </a:r>
          <a:r>
            <a:rPr lang="es-MX" sz="2300" kern="1200" dirty="0" err="1"/>
            <a:t>Jupyter</a:t>
          </a:r>
          <a:r>
            <a:rPr lang="es-MX" sz="2300" kern="1200" dirty="0"/>
            <a:t> Notebook(Incluir nombre del participante y nombre del seminario)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Reporte final en </a:t>
          </a:r>
          <a:r>
            <a:rPr lang="es-MX" sz="2300" kern="1200" dirty="0" err="1"/>
            <a:t>word</a:t>
          </a:r>
          <a:r>
            <a:rPr lang="es-MX" sz="2300" kern="1200" dirty="0"/>
            <a:t> deberá incluir los pasos de la metodología (Incluir portada, introducción y conclusión).</a:t>
          </a:r>
          <a:endParaRPr lang="en-US" sz="2300" kern="1200" dirty="0">
            <a:latin typeface="Verdana"/>
            <a:ea typeface="Verdana"/>
          </a:endParaRPr>
        </a:p>
      </dsp:txBody>
      <dsp:txXfrm>
        <a:off x="86700" y="86700"/>
        <a:ext cx="11568095" cy="1602660"/>
      </dsp:txXfrm>
    </dsp:sp>
    <dsp:sp modelId="{555B0EB0-F8DC-4F4A-86A8-619FE0FAA47D}">
      <dsp:nvSpPr>
        <dsp:cNvPr id="0" name=""/>
        <dsp:cNvSpPr/>
      </dsp:nvSpPr>
      <dsp:spPr>
        <a:xfrm>
          <a:off x="0" y="1848640"/>
          <a:ext cx="11741495" cy="177606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Presentación ejecutiva en </a:t>
          </a:r>
          <a:r>
            <a:rPr lang="es-MX" sz="2300" kern="1200" dirty="0" err="1"/>
            <a:t>power</a:t>
          </a:r>
          <a:r>
            <a:rPr lang="es-MX" sz="2300" kern="1200" dirty="0"/>
            <a:t> </a:t>
          </a:r>
          <a:r>
            <a:rPr lang="es-MX" sz="2300" kern="1200" dirty="0" err="1"/>
            <a:t>point</a:t>
          </a:r>
          <a:r>
            <a:rPr lang="es-MX" sz="2300" kern="1200" dirty="0"/>
            <a:t> sobre su proyecto. el contenido es el que el participante considere necesario.</a:t>
          </a:r>
          <a:endParaRPr lang="en-US" sz="2300" kern="1200" dirty="0">
            <a:latin typeface="Verdana"/>
            <a:ea typeface="Verdana"/>
          </a:endParaRPr>
        </a:p>
      </dsp:txBody>
      <dsp:txXfrm>
        <a:off x="86700" y="1935340"/>
        <a:ext cx="11568095" cy="1602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15/01/2025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Seminario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D25B7B24-BB06-40DE-A287-C98104119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19" y="2075458"/>
            <a:ext cx="7305938" cy="55885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" dirty="0">
                <a:cs typeface="Calibri"/>
              </a:rPr>
              <a:t>Proyecto Final</a:t>
            </a: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15446" y="3014976"/>
            <a:ext cx="6400433" cy="69425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 dirty="0"/>
              <a:t>Alcance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15446" y="3979704"/>
            <a:ext cx="5170210" cy="56867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ES" sz="2400" dirty="0"/>
              <a:t>C</a:t>
            </a:r>
            <a:r>
              <a:rPr lang="es-MX" sz="2400" dirty="0" err="1"/>
              <a:t>ontenido</a:t>
            </a:r>
            <a:endParaRPr lang="es-MX" sz="24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293BEAB-BF1D-4A04-A675-06B850FC7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6962615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EE840025-BCF3-47CF-A159-0C686D996B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7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6" name="CuadroTexto 3">
            <a:extLst>
              <a:ext uri="{FF2B5EF4-FFF2-40B4-BE49-F238E27FC236}">
                <a16:creationId xmlns:a16="http://schemas.microsoft.com/office/drawing/2014/main" id="{9F109071-DF61-F3FC-FDCB-0805452C3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5865659"/>
              </p:ext>
            </p:extLst>
          </p:nvPr>
        </p:nvGraphicFramePr>
        <p:xfrm>
          <a:off x="310551" y="2165230"/>
          <a:ext cx="11211462" cy="251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5" name="CuadroTexto 104">
            <a:extLst>
              <a:ext uri="{FF2B5EF4-FFF2-40B4-BE49-F238E27FC236}">
                <a16:creationId xmlns:a16="http://schemas.microsoft.com/office/drawing/2014/main" id="{E322F59D-A32E-36C9-E46C-234F03B6C73D}"/>
              </a:ext>
            </a:extLst>
          </p:cNvPr>
          <p:cNvSpPr txBox="1"/>
          <p:nvPr/>
        </p:nvSpPr>
        <p:spPr>
          <a:xfrm>
            <a:off x="310550" y="1331343"/>
            <a:ext cx="479602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Metodología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CRISP-DM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D5B0706-BACE-4C08-B569-3F81C1460C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1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6" name="CuadroTexto 3">
            <a:extLst>
              <a:ext uri="{FF2B5EF4-FFF2-40B4-BE49-F238E27FC236}">
                <a16:creationId xmlns:a16="http://schemas.microsoft.com/office/drawing/2014/main" id="{9F109071-DF61-F3FC-FDCB-0805452C3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8917"/>
              </p:ext>
            </p:extLst>
          </p:nvPr>
        </p:nvGraphicFramePr>
        <p:xfrm>
          <a:off x="310551" y="2165230"/>
          <a:ext cx="11211462" cy="251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5" name="CuadroTexto 104">
            <a:extLst>
              <a:ext uri="{FF2B5EF4-FFF2-40B4-BE49-F238E27FC236}">
                <a16:creationId xmlns:a16="http://schemas.microsoft.com/office/drawing/2014/main" id="{E322F59D-A32E-36C9-E46C-234F03B6C73D}"/>
              </a:ext>
            </a:extLst>
          </p:cNvPr>
          <p:cNvSpPr txBox="1"/>
          <p:nvPr/>
        </p:nvSpPr>
        <p:spPr>
          <a:xfrm>
            <a:off x="310550" y="1331343"/>
            <a:ext cx="479602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Metodología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CRISP-DM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DABD931-0F38-4C05-AD15-D6BA3CCC28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00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684635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9784D7A-41A3-64A6-DC25-C07D3CB0706D}"/>
              </a:ext>
            </a:extLst>
          </p:cNvPr>
          <p:cNvSpPr txBox="1"/>
          <p:nvPr/>
        </p:nvSpPr>
        <p:spPr>
          <a:xfrm>
            <a:off x="234193" y="684428"/>
            <a:ext cx="6098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3200" dirty="0"/>
          </a:p>
          <a:p>
            <a:r>
              <a:rPr lang="es-MX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Carpeta entregar: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A493355-7DFD-40A5-9A28-932800B72A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>
                <a:solidFill>
                  <a:schemeClr val="dk2"/>
                </a:solidFill>
              </a:rPr>
              <a:t>Preguntas y Respuestas</a:t>
            </a:r>
            <a:r>
              <a:rPr lang="en" sz="6000"/>
              <a:t> </a:t>
            </a:r>
            <a:endParaRPr sz="600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/>
              <a:t>¿?</a:t>
            </a:r>
            <a:endParaRPr lang="es-MX" sz="1000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09A9681F-6563-4D24-92E1-A1B2115F5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21487C0E-B09E-4B05-BD61-7B8318AA7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202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Tema de Office</vt:lpstr>
      <vt:lpstr>Ciencia de Datos  Seminario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478</cp:revision>
  <dcterms:created xsi:type="dcterms:W3CDTF">2022-08-22T23:58:18Z</dcterms:created>
  <dcterms:modified xsi:type="dcterms:W3CDTF">2025-01-15T21:55:00Z</dcterms:modified>
</cp:coreProperties>
</file>